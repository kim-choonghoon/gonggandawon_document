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34"/>
  </p:notesMasterIdLst>
  <p:sldIdLst>
    <p:sldId id="256" r:id="rId2"/>
    <p:sldId id="264" r:id="rId3"/>
    <p:sldId id="277" r:id="rId4"/>
    <p:sldId id="260" r:id="rId5"/>
    <p:sldId id="320" r:id="rId6"/>
    <p:sldId id="263" r:id="rId7"/>
    <p:sldId id="265" r:id="rId8"/>
    <p:sldId id="266" r:id="rId9"/>
    <p:sldId id="278" r:id="rId10"/>
    <p:sldId id="267" r:id="rId11"/>
    <p:sldId id="317" r:id="rId12"/>
    <p:sldId id="279" r:id="rId13"/>
    <p:sldId id="308" r:id="rId14"/>
    <p:sldId id="299" r:id="rId15"/>
    <p:sldId id="319" r:id="rId16"/>
    <p:sldId id="316" r:id="rId17"/>
    <p:sldId id="302" r:id="rId18"/>
    <p:sldId id="298" r:id="rId19"/>
    <p:sldId id="310" r:id="rId20"/>
    <p:sldId id="321" r:id="rId21"/>
    <p:sldId id="268" r:id="rId22"/>
    <p:sldId id="269" r:id="rId23"/>
    <p:sldId id="271" r:id="rId24"/>
    <p:sldId id="300" r:id="rId25"/>
    <p:sldId id="322" r:id="rId26"/>
    <p:sldId id="301" r:id="rId27"/>
    <p:sldId id="304" r:id="rId28"/>
    <p:sldId id="305" r:id="rId29"/>
    <p:sldId id="306" r:id="rId30"/>
    <p:sldId id="307" r:id="rId31"/>
    <p:sldId id="309" r:id="rId32"/>
    <p:sldId id="276" r:id="rId33"/>
  </p:sldIdLst>
  <p:sldSz cx="12192000" cy="7199313"/>
  <p:notesSz cx="6858000" cy="99790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40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717" autoAdjust="0"/>
  </p:normalViewPr>
  <p:slideViewPr>
    <p:cSldViewPr snapToGrid="0">
      <p:cViewPr>
        <p:scale>
          <a:sx n="88" d="100"/>
          <a:sy n="88" d="100"/>
        </p:scale>
        <p:origin x="-308" y="-940"/>
      </p:cViewPr>
      <p:guideLst>
        <p:guide orient="horz" pos="2268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5004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5004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54C1-980B-4290-A83F-8273B88CC393}" type="datetimeFigureOut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9438" y="1247775"/>
            <a:ext cx="5699125" cy="3367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803081"/>
            <a:ext cx="5486400" cy="39281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602"/>
            <a:ext cx="2971800" cy="5004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602"/>
            <a:ext cx="2971800" cy="5004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E1D90-D2BA-46AD-B6A8-18EFB7E96B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1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804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8157" fontAlgn="base" latinLnBrk="0">
              <a:spcBef>
                <a:spcPct val="0"/>
              </a:spcBef>
              <a:spcAft>
                <a:spcPct val="0"/>
              </a:spcAft>
              <a:defRPr/>
            </a:pPr>
            <a:fld id="{C07390C9-E209-452A-AF2C-23D0DB5DF8D6}" type="slidenum">
              <a:rPr lang="zh-CN" altLang="en-US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defTabSz="888157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0560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576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34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867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316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674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674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41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532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754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911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6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207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207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207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411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868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749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11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56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23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011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7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1247775"/>
            <a:ext cx="5699125" cy="3367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E1D90-D2BA-46AD-B6A8-18EFB7E96B68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20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4505-911E-4F4D-8482-AD7D43C0737B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366340FA-E6D7-40E5-9F09-3AEE4E94929B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00211" y="655193"/>
            <a:ext cx="11967967" cy="0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822490" y="24999"/>
            <a:ext cx="1175539" cy="5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7AC8-F0C6-457A-8F2F-5185208B89CB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8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8B562-6CDD-4349-87BF-4E1E5C3AD644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B594-DB42-4B0E-8D3D-741C92E8F5C8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5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EFCB-CA66-4066-9CAF-8780BF7789A2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67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247D-C55E-4BD9-9031-0950BEAD04B2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69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F13D-347D-42D1-8692-FE6097B7317E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00211" y="655193"/>
            <a:ext cx="11967967" cy="0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822490" y="24999"/>
            <a:ext cx="1175539" cy="5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7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529E-206E-433A-BFE0-78B3C9E9EFBD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52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95BF-7F32-4ACE-8ECC-DE27BFC9EFCA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27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F1A-E15C-4580-B78A-69545956A554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99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8A413-A965-4177-AF7D-6FFBCB405778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59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4505-911E-4F4D-8482-AD7D43C0737B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83881" y="6672698"/>
            <a:ext cx="4114800" cy="383297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09997" y="6933959"/>
            <a:ext cx="2743200" cy="383297"/>
          </a:xfrm>
        </p:spPr>
        <p:txBody>
          <a:bodyPr/>
          <a:lstStyle>
            <a:lvl1pPr algn="ctr"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altLang="ko-KR"/>
              <a:t>- </a:t>
            </a:r>
            <a:fld id="{366340FA-E6D7-40E5-9F09-3AEE4E94929B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00211" y="655193"/>
            <a:ext cx="11967967" cy="0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822490" y="24999"/>
            <a:ext cx="1175539" cy="562724"/>
          </a:xfrm>
          <a:prstGeom prst="rect">
            <a:avLst/>
          </a:prstGeom>
        </p:spPr>
      </p:pic>
      <p:sp>
        <p:nvSpPr>
          <p:cNvPr id="15" name="제목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7100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8D1EB-1E37-4F5F-8323-C24AE1EE607B}" type="datetime1">
              <a:rPr lang="ko-KR" altLang="en-US" smtClean="0"/>
              <a:pPr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340FA-E6D7-40E5-9F09-3AEE4E9492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9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757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12" Type="http://schemas.openxmlformats.org/officeDocument/2006/relationships/image" Target="../media/image4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11" Type="http://schemas.openxmlformats.org/officeDocument/2006/relationships/image" Target="../media/image43.jpeg"/><Relationship Id="rId5" Type="http://schemas.openxmlformats.org/officeDocument/2006/relationships/image" Target="../media/image37.jpeg"/><Relationship Id="rId15" Type="http://schemas.openxmlformats.org/officeDocument/2006/relationships/image" Target="../media/image47.jpeg"/><Relationship Id="rId10" Type="http://schemas.openxmlformats.org/officeDocument/2006/relationships/image" Target="../media/image42.jpeg"/><Relationship Id="rId4" Type="http://schemas.openxmlformats.org/officeDocument/2006/relationships/image" Target="../media/image36.jpeg"/><Relationship Id="rId9" Type="http://schemas.openxmlformats.org/officeDocument/2006/relationships/image" Target="../media/image41.jpeg"/><Relationship Id="rId14" Type="http://schemas.openxmlformats.org/officeDocument/2006/relationships/image" Target="../media/image46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8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12" Type="http://schemas.openxmlformats.org/officeDocument/2006/relationships/image" Target="../media/image5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5" Type="http://schemas.openxmlformats.org/officeDocument/2006/relationships/image" Target="../media/image6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Relationship Id="rId14" Type="http://schemas.openxmlformats.org/officeDocument/2006/relationships/image" Target="../media/image59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12" Type="http://schemas.openxmlformats.org/officeDocument/2006/relationships/image" Target="../media/image7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11" Type="http://schemas.openxmlformats.org/officeDocument/2006/relationships/image" Target="../media/image69.jpeg"/><Relationship Id="rId5" Type="http://schemas.openxmlformats.org/officeDocument/2006/relationships/image" Target="../media/image63.jpeg"/><Relationship Id="rId10" Type="http://schemas.openxmlformats.org/officeDocument/2006/relationships/image" Target="../media/image68.jpeg"/><Relationship Id="rId4" Type="http://schemas.openxmlformats.org/officeDocument/2006/relationships/image" Target="../media/image62.jpeg"/><Relationship Id="rId9" Type="http://schemas.openxmlformats.org/officeDocument/2006/relationships/image" Target="../media/image6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40067"/>
            <a:ext cx="9144000" cy="789623"/>
          </a:xfrm>
        </p:spPr>
        <p:txBody>
          <a:bodyPr>
            <a:normAutofit/>
          </a:bodyPr>
          <a:lstStyle/>
          <a:p>
            <a:pPr algn="ctr"/>
            <a:r>
              <a:rPr lang="ko-KR" altLang="en-US" sz="4800" dirty="0"/>
              <a:t>제   안   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689504"/>
            <a:ext cx="9144000" cy="2261185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상조서비스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600" dirty="0"/>
              <a:t>2025.3.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11526" y="5216893"/>
            <a:ext cx="1968946" cy="1170375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3262448" y="2457813"/>
            <a:ext cx="5702261" cy="0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244869" y="2521117"/>
            <a:ext cx="5702261" cy="0"/>
          </a:xfrm>
          <a:prstGeom prst="line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14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5057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5573" y="179649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Contents</a:t>
            </a:r>
            <a:endParaRPr lang="ko-KR" alt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090" y="38665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2090" y="265493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2090" y="14662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5353343" y="1285691"/>
            <a:ext cx="5966460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Ⅰ.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제안사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소개 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------------------------------------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회사개요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회사연혁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조직도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사업영역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5)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서비스제공 실적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Ⅱ.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제안개요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----------------------------------------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제안목적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제안의 특장점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기대효과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상조서비스 필요성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Ⅲ.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</a:rPr>
              <a:t>제안사항</a:t>
            </a:r>
            <a:r>
              <a:rPr lang="en-US" altLang="ko-KR" sz="2000" dirty="0">
                <a:solidFill>
                  <a:schemeClr val="tx1"/>
                </a:solidFill>
                <a:latin typeface="+mj-ea"/>
              </a:rPr>
              <a:t>----------------------------------------</a:t>
            </a:r>
            <a:endParaRPr lang="en-US" altLang="ko-KR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제안내용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상조서비스 소개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 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당사 상조서비스 차별성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/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Ⅳ.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업무수행방안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-----------------------------------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</a:rPr>
              <a:t>----</a:t>
            </a:r>
            <a:r>
              <a:rPr lang="en-US" altLang="ko-KR" sz="2000" dirty="0">
                <a:latin typeface="+mj-ea"/>
              </a:rPr>
              <a:t>-</a:t>
            </a:r>
            <a:endParaRPr lang="ko-KR" altLang="en-US" sz="20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업무 프로세스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전국 네트워크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 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민원처리 및 유지보수시스템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endParaRPr lang="ko-KR" altLang="en-US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519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5057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3</a:t>
            </a:fld>
            <a:endParaRPr lang="ko-KR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090" y="38665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2090" y="265493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2090" y="14662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5353343" y="1285691"/>
            <a:ext cx="5966460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Ⅰ.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제안사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소개 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------------------------------------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회사개요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회사연혁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조직도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사업영역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5)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서비스제공 실적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Ⅱ.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제안개요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제안목적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제안의 특장점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기대효과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endParaRPr lang="en-US" altLang="ko-KR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Ⅲ.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업무수행방안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</a:t>
            </a: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업무 프로세스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전국 네트워크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민원처리 및 유지보수시스템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Ⅳ.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</a:rPr>
              <a:t>제안사항</a:t>
            </a:r>
            <a:r>
              <a:rPr lang="en-US" altLang="ko-KR" sz="2000" dirty="0">
                <a:solidFill>
                  <a:schemeClr val="bg2"/>
                </a:solidFill>
                <a:latin typeface="+mj-ea"/>
              </a:rPr>
              <a:t>----------------------------------------</a:t>
            </a:r>
            <a:endParaRPr lang="ko-KR" altLang="en-US" sz="2000" dirty="0">
              <a:solidFill>
                <a:schemeClr val="bg2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상조서비스 소개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 내용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서비스차별성</a:t>
            </a:r>
            <a:endParaRPr lang="ko-KR" altLang="en-US" sz="14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519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육각형 4"/>
          <p:cNvSpPr/>
          <p:nvPr/>
        </p:nvSpPr>
        <p:spPr>
          <a:xfrm>
            <a:off x="851647" y="1820772"/>
            <a:ext cx="10488706" cy="742199"/>
          </a:xfrm>
          <a:prstGeom prst="hexagon">
            <a:avLst/>
          </a:prstGeom>
          <a:solidFill>
            <a:srgbClr val="FFFFFF"/>
          </a:solidFill>
          <a:ln w="76200"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가족사랑 비즈니스를 통한 고객중심 경영으로 고객행복을  실현한다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6463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78215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Ⅰ. </a:t>
            </a:r>
            <a:r>
              <a:rPr lang="ko-KR" altLang="en-US" sz="2400" dirty="0" err="1"/>
              <a:t>제안사소개</a:t>
            </a:r>
            <a:r>
              <a:rPr lang="ko-KR" altLang="en-US" sz="2400" dirty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184259" y="1388814"/>
            <a:ext cx="3639671" cy="525124"/>
          </a:xfrm>
          <a:prstGeom prst="rect">
            <a:avLst/>
          </a:prstGeom>
          <a:solidFill>
            <a:schemeClr val="bg1"/>
          </a:solidFill>
          <a:ln w="76200" cmpd="thickThin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경영이념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667" y="819888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1) </a:t>
            </a:r>
            <a:r>
              <a:rPr lang="ko-KR" altLang="en-US" sz="2000" dirty="0"/>
              <a:t>회사개요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64873" y="2788670"/>
            <a:ext cx="4939221" cy="35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상         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180881" y="2794985"/>
            <a:ext cx="4942390" cy="35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dirty="0"/>
              <a:t>  ㈜</a:t>
            </a:r>
            <a:r>
              <a:rPr lang="ko-KR" altLang="en-US" sz="1400" dirty="0" err="1"/>
              <a:t>가람퓨너럴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1064873" y="3663195"/>
            <a:ext cx="4939221" cy="35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대표이사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180881" y="3669510"/>
            <a:ext cx="4942390" cy="35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dirty="0"/>
              <a:t>  최현인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64873" y="4077154"/>
            <a:ext cx="4939221" cy="353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대표번호 </a:t>
            </a:r>
            <a:r>
              <a:rPr lang="en-US" altLang="ko-KR" sz="1400" dirty="0">
                <a:solidFill>
                  <a:schemeClr val="tx1"/>
                </a:solidFill>
              </a:rPr>
              <a:t>/ </a:t>
            </a:r>
            <a:r>
              <a:rPr lang="ko-KR" altLang="en-US" sz="1400" dirty="0" err="1">
                <a:solidFill>
                  <a:schemeClr val="tx1"/>
                </a:solidFill>
              </a:rPr>
              <a:t>고객센타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180881" y="4083469"/>
            <a:ext cx="4942390" cy="353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</a:rPr>
              <a:t>  02-304-4447 / 1670 - 4431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64873" y="4502688"/>
            <a:ext cx="4939221" cy="35350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사업영역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180881" y="4509003"/>
            <a:ext cx="4942390" cy="35350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</a:rPr>
              <a:t>  </a:t>
            </a:r>
            <a:r>
              <a:rPr lang="ko-KR" altLang="en-US" sz="1400" dirty="0">
                <a:solidFill>
                  <a:schemeClr val="tx1"/>
                </a:solidFill>
              </a:rPr>
              <a:t>장례서비스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상조서비스</a:t>
            </a:r>
            <a:r>
              <a:rPr lang="en-US" altLang="ko-KR" sz="1400" dirty="0">
                <a:solidFill>
                  <a:schemeClr val="tx1"/>
                </a:solidFill>
              </a:rPr>
              <a:t>,  </a:t>
            </a:r>
            <a:r>
              <a:rPr lang="ko-KR" altLang="en-US" sz="1400" dirty="0">
                <a:solidFill>
                  <a:schemeClr val="tx1"/>
                </a:solidFill>
              </a:rPr>
              <a:t>장례식장 위탁운영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용품공급 등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064873" y="3191672"/>
            <a:ext cx="4939221" cy="386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회사설립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80881" y="3197987"/>
            <a:ext cx="4942390" cy="386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</a:rPr>
              <a:t>  2010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</a:rPr>
              <a:t>08</a:t>
            </a:r>
            <a:r>
              <a:rPr lang="ko-KR" altLang="en-US" sz="1400" dirty="0">
                <a:solidFill>
                  <a:schemeClr val="tx1"/>
                </a:solidFill>
              </a:rPr>
              <a:t>월 </a:t>
            </a:r>
            <a:r>
              <a:rPr lang="en-US" altLang="ko-KR" sz="1400" dirty="0">
                <a:solidFill>
                  <a:schemeClr val="tx1"/>
                </a:solidFill>
              </a:rPr>
              <a:t>05</a:t>
            </a:r>
            <a:r>
              <a:rPr lang="ko-KR" altLang="en-US" sz="1400" dirty="0">
                <a:solidFill>
                  <a:schemeClr val="tx1"/>
                </a:solidFill>
              </a:rPr>
              <a:t>일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064873" y="4920961"/>
            <a:ext cx="4939221" cy="353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자  본  금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180881" y="4927276"/>
            <a:ext cx="4942390" cy="353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</a:rPr>
              <a:t>    5000</a:t>
            </a:r>
            <a:r>
              <a:rPr lang="ko-KR" altLang="en-US" sz="1400" dirty="0">
                <a:solidFill>
                  <a:schemeClr val="tx1"/>
                </a:solidFill>
              </a:rPr>
              <a:t>만원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055227" y="5779909"/>
            <a:ext cx="2428755" cy="80609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dirty="0" err="1"/>
              <a:t>주요고객사</a:t>
            </a:r>
            <a:endParaRPr lang="ko-KR" altLang="en-US" sz="1600" dirty="0"/>
          </a:p>
        </p:txBody>
      </p:sp>
      <p:sp>
        <p:nvSpPr>
          <p:cNvPr id="22" name="직사각형 21"/>
          <p:cNvSpPr/>
          <p:nvPr/>
        </p:nvSpPr>
        <p:spPr>
          <a:xfrm>
            <a:off x="3565003" y="5786224"/>
            <a:ext cx="7548622" cy="806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600" dirty="0"/>
              <a:t>  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25148" y="5934526"/>
            <a:ext cx="1029752" cy="459332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3919" y="5957297"/>
            <a:ext cx="1452682" cy="391632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96737" y="5860985"/>
            <a:ext cx="1727590" cy="60641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284463" y="5900369"/>
            <a:ext cx="1190018" cy="527649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1053983" y="5340906"/>
            <a:ext cx="4939221" cy="35350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URL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186319" y="5363549"/>
            <a:ext cx="4942390" cy="35350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www.garamfuneral.com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928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46B265DD-D2A0-4BA3-B887-A531F6280FBA}"/>
              </a:ext>
            </a:extLst>
          </p:cNvPr>
          <p:cNvSpPr/>
          <p:nvPr/>
        </p:nvSpPr>
        <p:spPr>
          <a:xfrm>
            <a:off x="4805919" y="2252189"/>
            <a:ext cx="3456384" cy="257011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prstClr val="white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A0E1AB11-E2C1-43D8-9FCC-6B498A3C79F3}"/>
              </a:ext>
            </a:extLst>
          </p:cNvPr>
          <p:cNvSpPr/>
          <p:nvPr/>
        </p:nvSpPr>
        <p:spPr>
          <a:xfrm>
            <a:off x="4619162" y="1958302"/>
            <a:ext cx="3456384" cy="257011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prstClr val="white"/>
              </a:solidFill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FB14CE-9750-4022-80E2-22AA2C2780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6594" y="3258572"/>
            <a:ext cx="5018649" cy="2655692"/>
          </a:xfrm>
          <a:prstGeom prst="rect">
            <a:avLst/>
          </a:prstGeom>
        </p:spPr>
      </p:pic>
      <p:pic>
        <p:nvPicPr>
          <p:cNvPr id="141" name="그래픽 140">
            <a:extLst>
              <a:ext uri="{FF2B5EF4-FFF2-40B4-BE49-F238E27FC236}">
                <a16:creationId xmlns:a16="http://schemas.microsoft.com/office/drawing/2014/main" id="{661E0C92-BEC8-44B3-B043-081125C1B8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150747" y="6538351"/>
            <a:ext cx="514252" cy="438625"/>
          </a:xfrm>
          <a:prstGeom prst="rect">
            <a:avLst/>
          </a:prstGeom>
        </p:spPr>
      </p:pic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C3578D3-BB17-434E-89DC-F68E41D2FDB2}"/>
              </a:ext>
            </a:extLst>
          </p:cNvPr>
          <p:cNvSpPr/>
          <p:nvPr/>
        </p:nvSpPr>
        <p:spPr>
          <a:xfrm>
            <a:off x="241916" y="6067456"/>
            <a:ext cx="7159058" cy="845465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신한은행 장례 지원 협력업체 협약</a:t>
            </a:r>
            <a:endParaRPr lang="en-US" altLang="ko-KR" sz="1200" dirty="0">
              <a:latin typeface="맑은 고딕"/>
              <a:ea typeface="맑은 고딕" panose="020B0503020000020004" pitchFamily="50" charset="-127"/>
            </a:endParaRPr>
          </a:p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기업 복지 업체 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e-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제너두 와 장례지원 업무 협약</a:t>
            </a:r>
            <a:endParaRPr lang="en-US" altLang="ko-KR" sz="1200" dirty="0">
              <a:latin typeface="맑은 고딕"/>
              <a:ea typeface="맑은 고딕" panose="020B0503020000020004" pitchFamily="50" charset="-127"/>
            </a:endParaRPr>
          </a:p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  (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기업은행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산업은행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, GS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칼텍스 등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) </a:t>
            </a:r>
          </a:p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경희대학교 장례식장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회기동 본점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강동지점</a:t>
            </a: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장례지원 업무 협약 </a:t>
            </a:r>
            <a:endParaRPr lang="en-US" altLang="ko-KR" sz="1200" dirty="0"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2D52284-9980-4252-B4AD-27507B88D673}"/>
              </a:ext>
            </a:extLst>
          </p:cNvPr>
          <p:cNvSpPr/>
          <p:nvPr/>
        </p:nvSpPr>
        <p:spPr>
          <a:xfrm>
            <a:off x="7331074" y="5413560"/>
            <a:ext cx="6026514" cy="476133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   -SK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하이닉스 장례지원 업체 ㈜휴먼라이프와 장례지원 </a:t>
            </a:r>
            <a:endParaRPr lang="en-US" altLang="ko-KR" sz="1200" dirty="0">
              <a:latin typeface="맑은 고딕"/>
              <a:ea typeface="맑은 고딕" panose="020B0503020000020004" pitchFamily="50" charset="-127"/>
            </a:endParaRPr>
          </a:p>
          <a:p>
            <a:pPr defTabSz="1057686">
              <a:defRPr/>
            </a:pPr>
            <a:r>
              <a:rPr lang="en-US" altLang="ko-KR" sz="1200" dirty="0">
                <a:latin typeface="맑은 고딕"/>
                <a:ea typeface="맑은 고딕" panose="020B0503020000020004" pitchFamily="50" charset="-127"/>
              </a:rPr>
              <a:t>    </a:t>
            </a:r>
            <a:r>
              <a:rPr lang="ko-KR" altLang="en-US" sz="1200" dirty="0">
                <a:latin typeface="맑은 고딕"/>
                <a:ea typeface="맑은 고딕" panose="020B0503020000020004" pitchFamily="50" charset="-127"/>
              </a:rPr>
              <a:t>업무 협약 </a:t>
            </a:r>
            <a:endParaRPr lang="en-US" altLang="ko-KR" sz="1200" dirty="0">
              <a:latin typeface="맑은 고딕"/>
              <a:ea typeface="맑은 고딕" panose="020B0503020000020004" pitchFamily="50" charset="-127"/>
            </a:endParaRPr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FC163457-E745-4E22-87B7-D209C8B89017}"/>
              </a:ext>
            </a:extLst>
          </p:cNvPr>
          <p:cNvCxnSpPr>
            <a:cxnSpLocks/>
          </p:cNvCxnSpPr>
          <p:nvPr/>
        </p:nvCxnSpPr>
        <p:spPr>
          <a:xfrm flipH="1">
            <a:off x="5051040" y="1723047"/>
            <a:ext cx="2215631" cy="2645711"/>
          </a:xfrm>
          <a:prstGeom prst="line">
            <a:avLst/>
          </a:prstGeom>
          <a:ln w="28575">
            <a:solidFill>
              <a:srgbClr val="397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2A912F2-E4CF-47A3-9D66-A7BE9CF109E6}"/>
              </a:ext>
            </a:extLst>
          </p:cNvPr>
          <p:cNvCxnSpPr>
            <a:cxnSpLocks/>
          </p:cNvCxnSpPr>
          <p:nvPr/>
        </p:nvCxnSpPr>
        <p:spPr>
          <a:xfrm flipH="1" flipV="1">
            <a:off x="5051040" y="4368758"/>
            <a:ext cx="2215631" cy="2645711"/>
          </a:xfrm>
          <a:prstGeom prst="line">
            <a:avLst/>
          </a:prstGeom>
          <a:ln w="28575">
            <a:solidFill>
              <a:srgbClr val="397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2357D5E-0C0A-4439-AB91-34BA55498F0E}"/>
              </a:ext>
            </a:extLst>
          </p:cNvPr>
          <p:cNvSpPr/>
          <p:nvPr/>
        </p:nvSpPr>
        <p:spPr>
          <a:xfrm flipH="1">
            <a:off x="7158035" y="6913814"/>
            <a:ext cx="132923" cy="113375"/>
          </a:xfrm>
          <a:prstGeom prst="ellipse">
            <a:avLst/>
          </a:prstGeom>
          <a:solidFill>
            <a:srgbClr val="BFBFBF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prstClr val="white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43223E5C-44AB-4D5C-A45A-9C9B03EDDF63}"/>
              </a:ext>
            </a:extLst>
          </p:cNvPr>
          <p:cNvSpPr/>
          <p:nvPr/>
        </p:nvSpPr>
        <p:spPr>
          <a:xfrm flipH="1">
            <a:off x="6573246" y="6195341"/>
            <a:ext cx="88615" cy="75583"/>
          </a:xfrm>
          <a:prstGeom prst="ellipse">
            <a:avLst/>
          </a:prstGeom>
          <a:solidFill>
            <a:srgbClr val="397CC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3676A9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AE1BF36-830F-4E80-A0E2-871993D6B846}"/>
              </a:ext>
            </a:extLst>
          </p:cNvPr>
          <p:cNvSpPr/>
          <p:nvPr/>
        </p:nvSpPr>
        <p:spPr>
          <a:xfrm flipH="1">
            <a:off x="5338329" y="4714305"/>
            <a:ext cx="88615" cy="75583"/>
          </a:xfrm>
          <a:prstGeom prst="ellipse">
            <a:avLst/>
          </a:prstGeom>
          <a:solidFill>
            <a:srgbClr val="397CC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3676A9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25F3B131-C1BB-43BB-9BCF-9318CDDE76C5}"/>
              </a:ext>
            </a:extLst>
          </p:cNvPr>
          <p:cNvSpPr/>
          <p:nvPr/>
        </p:nvSpPr>
        <p:spPr>
          <a:xfrm flipH="1">
            <a:off x="5934634" y="5449046"/>
            <a:ext cx="88615" cy="75583"/>
          </a:xfrm>
          <a:prstGeom prst="ellipse">
            <a:avLst/>
          </a:prstGeom>
          <a:solidFill>
            <a:srgbClr val="15225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15225A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47C5EC5-27E2-4F1F-88CD-0896B6BC6325}"/>
              </a:ext>
            </a:extLst>
          </p:cNvPr>
          <p:cNvSpPr/>
          <p:nvPr/>
        </p:nvSpPr>
        <p:spPr>
          <a:xfrm flipH="1">
            <a:off x="5306957" y="3974415"/>
            <a:ext cx="88615" cy="75583"/>
          </a:xfrm>
          <a:prstGeom prst="ellipse">
            <a:avLst/>
          </a:prstGeom>
          <a:solidFill>
            <a:srgbClr val="15225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15225A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CF259598-2628-4CB0-8B76-8588F0B7BE96}"/>
              </a:ext>
            </a:extLst>
          </p:cNvPr>
          <p:cNvSpPr/>
          <p:nvPr/>
        </p:nvSpPr>
        <p:spPr>
          <a:xfrm flipH="1">
            <a:off x="6578433" y="2468210"/>
            <a:ext cx="88615" cy="75583"/>
          </a:xfrm>
          <a:prstGeom prst="ellipse">
            <a:avLst/>
          </a:prstGeom>
          <a:solidFill>
            <a:srgbClr val="15225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15225A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A92B498-A76C-4AB6-964F-2B63B11FFE4C}"/>
              </a:ext>
            </a:extLst>
          </p:cNvPr>
          <p:cNvSpPr/>
          <p:nvPr/>
        </p:nvSpPr>
        <p:spPr>
          <a:xfrm>
            <a:off x="401934" y="4605513"/>
            <a:ext cx="4094064" cy="476133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경희대학교 장례식장 </a:t>
            </a:r>
            <a:r>
              <a:rPr lang="en-US" altLang="ko-KR" sz="1200" dirty="0"/>
              <a:t>[</a:t>
            </a:r>
            <a:r>
              <a:rPr lang="ko-KR" altLang="en-US" sz="1200" dirty="0"/>
              <a:t>회기동 본점</a:t>
            </a:r>
            <a:r>
              <a:rPr lang="en-US" altLang="ko-KR" sz="1200" dirty="0"/>
              <a:t>, </a:t>
            </a:r>
            <a:r>
              <a:rPr lang="ko-KR" altLang="en-US" sz="1200" dirty="0"/>
              <a:t>강동지점</a:t>
            </a:r>
            <a:r>
              <a:rPr lang="en-US" altLang="ko-KR" sz="1200" dirty="0"/>
              <a:t>] </a:t>
            </a:r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도급 및 영업 협약</a:t>
            </a:r>
            <a:r>
              <a:rPr lang="en-US" altLang="ko-KR" sz="1200" dirty="0"/>
              <a:t>  [</a:t>
            </a:r>
            <a:r>
              <a:rPr lang="ko-KR" altLang="en-US" sz="1200" dirty="0"/>
              <a:t>장례식장 도급 및 영업</a:t>
            </a:r>
            <a:r>
              <a:rPr lang="en-US" altLang="ko-KR" sz="1200" dirty="0"/>
              <a:t>]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C3D647-0CCB-4C4D-A841-0CFD7BA5345A}"/>
              </a:ext>
            </a:extLst>
          </p:cNvPr>
          <p:cNvSpPr/>
          <p:nvPr/>
        </p:nvSpPr>
        <p:spPr>
          <a:xfrm>
            <a:off x="6893627" y="3902023"/>
            <a:ext cx="7267269" cy="660799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서울의료원 장례식장 </a:t>
            </a:r>
            <a:r>
              <a:rPr lang="en-US" altLang="ko-KR" sz="1200" dirty="0"/>
              <a:t>[</a:t>
            </a:r>
            <a:r>
              <a:rPr lang="ko-KR" altLang="en-US" sz="1200" dirty="0"/>
              <a:t>신내동</a:t>
            </a:r>
            <a:r>
              <a:rPr lang="en-US" altLang="ko-KR" sz="1200" dirty="0"/>
              <a:t>] </a:t>
            </a:r>
            <a:r>
              <a:rPr lang="ko-KR" altLang="en-US" sz="1200" dirty="0"/>
              <a:t>업무 협약</a:t>
            </a:r>
            <a:r>
              <a:rPr lang="en-US" altLang="ko-KR" sz="1200" dirty="0"/>
              <a:t>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경찰 복지 업체 경우회</a:t>
            </a:r>
            <a:r>
              <a:rPr lang="en-US" altLang="ko-KR" sz="1200" dirty="0"/>
              <a:t>(</a:t>
            </a:r>
            <a:r>
              <a:rPr lang="ko-KR" altLang="en-US" sz="1200" dirty="0"/>
              <a:t>대화상조</a:t>
            </a:r>
            <a:r>
              <a:rPr lang="en-US" altLang="ko-KR" sz="1200" dirty="0"/>
              <a:t>)</a:t>
            </a:r>
            <a:r>
              <a:rPr lang="ko-KR" altLang="en-US" sz="1200" dirty="0"/>
              <a:t> 장례지원 업무 협약</a:t>
            </a:r>
            <a:r>
              <a:rPr lang="en-US" altLang="ko-KR" sz="1200" dirty="0"/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B03254-27B1-4EA8-A1FF-54C12EDDA3C2}"/>
              </a:ext>
            </a:extLst>
          </p:cNvPr>
          <p:cNvSpPr/>
          <p:nvPr/>
        </p:nvSpPr>
        <p:spPr>
          <a:xfrm>
            <a:off x="462092" y="3086352"/>
            <a:ext cx="7267269" cy="476133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서울의료원 장례식장 </a:t>
            </a:r>
            <a:r>
              <a:rPr lang="en-US" altLang="ko-KR" sz="1200" dirty="0"/>
              <a:t>[</a:t>
            </a:r>
            <a:r>
              <a:rPr lang="ko-KR" altLang="en-US" sz="1200" dirty="0"/>
              <a:t>신내동</a:t>
            </a:r>
            <a:r>
              <a:rPr lang="en-US" altLang="ko-KR" sz="1200" dirty="0"/>
              <a:t>] </a:t>
            </a:r>
            <a:r>
              <a:rPr lang="ko-KR" altLang="en-US" sz="1200" dirty="0"/>
              <a:t>업무 재 협약</a:t>
            </a:r>
            <a:endParaRPr lang="en-US" altLang="ko-KR" sz="1200" dirty="0"/>
          </a:p>
          <a:p>
            <a:r>
              <a:rPr lang="en-US" altLang="ko-KR" sz="1200" dirty="0"/>
              <a:t>    </a:t>
            </a:r>
            <a:endParaRPr lang="ko-KR" altLang="en-US" sz="1200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830B910-AC17-4771-BF97-C0749AC6E6BC}"/>
              </a:ext>
            </a:extLst>
          </p:cNvPr>
          <p:cNvSpPr/>
          <p:nvPr/>
        </p:nvSpPr>
        <p:spPr>
          <a:xfrm flipH="1">
            <a:off x="5931361" y="3220780"/>
            <a:ext cx="88615" cy="75583"/>
          </a:xfrm>
          <a:prstGeom prst="ellipse">
            <a:avLst/>
          </a:prstGeom>
          <a:solidFill>
            <a:srgbClr val="397CC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3676A9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9160E2C-967C-4D5B-B1F0-06D730EB7FF6}"/>
              </a:ext>
            </a:extLst>
          </p:cNvPr>
          <p:cNvSpPr/>
          <p:nvPr/>
        </p:nvSpPr>
        <p:spPr>
          <a:xfrm flipH="1">
            <a:off x="7198810" y="1723047"/>
            <a:ext cx="88615" cy="75583"/>
          </a:xfrm>
          <a:prstGeom prst="ellipse">
            <a:avLst/>
          </a:prstGeom>
          <a:solidFill>
            <a:srgbClr val="397CCA"/>
          </a:solidFill>
          <a:ln>
            <a:solidFill>
              <a:srgbClr val="397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769" tIns="52884" rIns="105769" bIns="52884" rtlCol="0" anchor="ctr"/>
          <a:lstStyle/>
          <a:p>
            <a:pPr algn="ctr" defTabSz="1057686">
              <a:defRPr/>
            </a:pPr>
            <a:endParaRPr lang="ko-KR" altLang="en-US" sz="2100">
              <a:solidFill>
                <a:srgbClr val="3676A9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E1E0E5A-7741-4C85-BC59-5624CECEBDB6}"/>
              </a:ext>
            </a:extLst>
          </p:cNvPr>
          <p:cNvSpPr/>
          <p:nvPr/>
        </p:nvSpPr>
        <p:spPr>
          <a:xfrm>
            <a:off x="490174" y="1623853"/>
            <a:ext cx="6375319" cy="1030131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- 2019</a:t>
            </a:r>
            <a:r>
              <a:rPr lang="ko-KR" altLang="en-US" sz="1200" dirty="0"/>
              <a:t>년 헬스조선상례서비스 </a:t>
            </a:r>
            <a:r>
              <a:rPr lang="en-US" altLang="ko-KR" sz="1200" dirty="0"/>
              <a:t>3</a:t>
            </a:r>
            <a:r>
              <a:rPr lang="ko-KR" altLang="en-US" sz="1200" dirty="0"/>
              <a:t>일의 약속</a:t>
            </a:r>
            <a:endParaRPr lang="en-US" altLang="ko-KR" sz="1200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- 2019</a:t>
            </a:r>
            <a:r>
              <a:rPr lang="ko-KR" altLang="en-US" sz="1200" dirty="0"/>
              <a:t>년 </a:t>
            </a:r>
            <a:r>
              <a:rPr lang="en-US" altLang="ko-KR" sz="1200" dirty="0"/>
              <a:t>The – K </a:t>
            </a:r>
            <a:r>
              <a:rPr lang="ko-KR" altLang="en-US" sz="1200" dirty="0"/>
              <a:t>예다함상조 업무 협약 </a:t>
            </a:r>
            <a:endParaRPr lang="en-US" altLang="ko-KR" sz="1200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- 2017</a:t>
            </a:r>
            <a:r>
              <a:rPr lang="ko-KR" altLang="en-US" sz="1200" dirty="0"/>
              <a:t>년 </a:t>
            </a:r>
            <a:r>
              <a:rPr lang="en-US" altLang="ko-KR" sz="1200" dirty="0"/>
              <a:t>MG</a:t>
            </a:r>
            <a:r>
              <a:rPr lang="ko-KR" altLang="en-US" sz="1200" dirty="0"/>
              <a:t>라이프 상조 업무 협약 </a:t>
            </a:r>
            <a:endParaRPr lang="en-US" altLang="ko-KR" sz="1200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- 2010</a:t>
            </a:r>
            <a:r>
              <a:rPr lang="ko-KR" altLang="en-US" sz="1200" dirty="0"/>
              <a:t>년</a:t>
            </a:r>
            <a:r>
              <a:rPr lang="en-US" altLang="ko-KR" sz="1200" dirty="0"/>
              <a:t>~2019</a:t>
            </a:r>
            <a:r>
              <a:rPr lang="ko-KR" altLang="en-US" sz="1200" dirty="0"/>
              <a:t>년 맺었던 장례서비스 업무제휴를 지속적으로 진행 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endParaRPr lang="en-US" altLang="ko-KR" sz="12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C6BA3792-116E-4D1A-868E-864C980D7E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3" r="16360"/>
          <a:stretch/>
        </p:blipFill>
        <p:spPr>
          <a:xfrm>
            <a:off x="7093833" y="2901263"/>
            <a:ext cx="1100442" cy="926801"/>
          </a:xfrm>
          <a:prstGeom prst="ellipse">
            <a:avLst/>
          </a:prstGeom>
          <a:ln>
            <a:solidFill>
              <a:srgbClr val="65AADD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164307-AFA6-4EB9-859E-67D83DED47B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grayscl/>
          </a:blip>
          <a:srcRect l="10490" r="10216"/>
          <a:stretch/>
        </p:blipFill>
        <p:spPr>
          <a:xfrm>
            <a:off x="4067014" y="3877156"/>
            <a:ext cx="808064" cy="661978"/>
          </a:xfrm>
          <a:prstGeom prst="ellipse">
            <a:avLst/>
          </a:prstGeom>
          <a:ln>
            <a:solidFill>
              <a:srgbClr val="65AADD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967DC5-0D51-426E-B2DD-5EF1CECD62F7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254144" y="1455135"/>
            <a:ext cx="3083905" cy="6719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C96DD0-E597-42C6-AEE2-C64F56BCC5AF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220728" y="1846452"/>
            <a:ext cx="810369" cy="3135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FC1793-86FD-46EA-8B74-71F43A4750C3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413926" y="2903680"/>
            <a:ext cx="1673263" cy="67199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2BE4B6A8-08CD-4276-A641-1C9E9C2BBE0D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54982" y="3280114"/>
            <a:ext cx="810369" cy="3135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54A85E-CA31-4989-A1FE-0F06A0BE2F9C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862973" y="4445940"/>
            <a:ext cx="1673263" cy="671994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82F745B-1633-4044-BFE8-7500AFE1C7D5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739481" y="4833046"/>
            <a:ext cx="810369" cy="3135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956629C-7304-40C4-822A-717C7BCD7997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078922" y="5929459"/>
            <a:ext cx="1673263" cy="671994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437C90C-47F3-4374-9A27-7BB85D0309E4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793875" y="6309729"/>
            <a:ext cx="810369" cy="3135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202FFC-4F26-4CA8-85C0-4005D186E9A0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566900" y="2248467"/>
            <a:ext cx="1673263" cy="6719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2BF82AC-628F-49B7-9AF2-80E1E924F5F3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393168" y="2604263"/>
            <a:ext cx="705322" cy="3135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AE073D2-29E0-4ACB-9B95-96AFCA1B5258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323849" y="3724449"/>
            <a:ext cx="1673263" cy="671994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5539258-DF28-447B-AF88-0F588E9D9015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116928" y="4138559"/>
            <a:ext cx="705322" cy="3135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69E625F-B2D4-48D5-A74F-2EA0076AAD0A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904967" y="5192136"/>
            <a:ext cx="1673263" cy="671994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E26BD5-D630-4D67-8122-2195C604E506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719536" y="5607417"/>
            <a:ext cx="705322" cy="31359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63B0FE1-855A-4854-99BD-B7E656318AB4}"/>
              </a:ext>
            </a:extLst>
          </p:cNvPr>
          <p:cNvSpPr txBox="1"/>
          <p:nvPr/>
        </p:nvSpPr>
        <p:spPr>
          <a:xfrm>
            <a:off x="7779880" y="6623327"/>
            <a:ext cx="3039479" cy="291467"/>
          </a:xfrm>
          <a:prstGeom prst="rect">
            <a:avLst/>
          </a:prstGeom>
          <a:noFill/>
        </p:spPr>
        <p:txBody>
          <a:bodyPr wrap="square" lIns="105769" tIns="52884" rIns="105769" bIns="52884" rtlCol="0">
            <a:spAutoFit/>
          </a:bodyPr>
          <a:lstStyle/>
          <a:p>
            <a:pPr defTabSz="1057686">
              <a:defRPr/>
            </a:pPr>
            <a:r>
              <a:rPr lang="ko-KR" altLang="en-US" sz="1200" b="1" dirty="0">
                <a:solidFill>
                  <a:srgbClr val="25C2AE"/>
                </a:solidFill>
                <a:latin typeface="Calibri"/>
                <a:ea typeface="맑은 고딕" panose="020B0503020000020004" pitchFamily="50" charset="-127"/>
              </a:rPr>
              <a:t>㈜가람퓨너럴 설립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7712B81F-B253-4A77-91CD-69FAE3938F1B}"/>
              </a:ext>
            </a:extLst>
          </p:cNvPr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7514004" y="6094184"/>
            <a:ext cx="1928379" cy="787193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FE1E0E5A-7741-4C85-BC59-5624CECEBDB6}"/>
              </a:ext>
            </a:extLst>
          </p:cNvPr>
          <p:cNvSpPr/>
          <p:nvPr/>
        </p:nvSpPr>
        <p:spPr>
          <a:xfrm>
            <a:off x="8223006" y="2390189"/>
            <a:ext cx="3367758" cy="845465"/>
          </a:xfrm>
          <a:prstGeom prst="rect">
            <a:avLst/>
          </a:prstGeom>
        </p:spPr>
        <p:txBody>
          <a:bodyPr wrap="square" lIns="105769" tIns="52884" rIns="105769" bIns="5288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- 2016</a:t>
            </a:r>
            <a:r>
              <a:rPr lang="ko-KR" altLang="en-US" sz="1200" dirty="0"/>
              <a:t>년 디딤돌 상조</a:t>
            </a:r>
            <a:r>
              <a:rPr lang="en-US" altLang="ko-KR" sz="1200" dirty="0"/>
              <a:t>, </a:t>
            </a:r>
            <a:r>
              <a:rPr lang="ko-KR" altLang="en-US" sz="1200" dirty="0"/>
              <a:t>한민 상조 등 다수의 </a:t>
            </a:r>
            <a:endParaRPr lang="en-US" altLang="ko-KR" sz="1200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   </a:t>
            </a:r>
            <a:r>
              <a:rPr lang="ko-KR" altLang="en-US" sz="1200" dirty="0"/>
              <a:t>후불제 상조 업무협약 </a:t>
            </a:r>
            <a:endParaRPr lang="en-US" altLang="ko-KR" sz="1200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sz="1200" dirty="0"/>
              <a:t> </a:t>
            </a:r>
          </a:p>
          <a:p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143452" y="225849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Ⅰ. </a:t>
            </a:r>
            <a:r>
              <a:rPr lang="ko-KR" altLang="en-US" sz="2400" dirty="0" err="1"/>
              <a:t>제안사소개</a:t>
            </a:r>
            <a:r>
              <a:rPr lang="ko-KR" altLang="en-US" sz="2400" dirty="0"/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667" y="890228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2) </a:t>
            </a:r>
            <a:r>
              <a:rPr lang="ko-KR" altLang="en-US" sz="2000" dirty="0"/>
              <a:t>회사연혁</a:t>
            </a:r>
          </a:p>
        </p:txBody>
      </p:sp>
      <p:sp>
        <p:nvSpPr>
          <p:cNvPr id="68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36499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 flipH="1">
            <a:off x="1221960" y="2068891"/>
            <a:ext cx="28537" cy="440256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7546691" y="2085220"/>
            <a:ext cx="0" cy="440256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5942638" y="2085220"/>
            <a:ext cx="23455" cy="440256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9028256" y="1872144"/>
            <a:ext cx="8121" cy="4615639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H="1">
            <a:off x="2789503" y="2085220"/>
            <a:ext cx="28537" cy="440256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4355428" y="1872144"/>
            <a:ext cx="25021" cy="4615639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45633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Ⅰ. </a:t>
            </a:r>
            <a:r>
              <a:rPr lang="ko-KR" altLang="en-US" sz="2400" dirty="0" err="1"/>
              <a:t>제안사소개</a:t>
            </a:r>
            <a:r>
              <a:rPr lang="ko-KR" altLang="en-US" sz="2400" dirty="0"/>
              <a:t> </a:t>
            </a:r>
          </a:p>
        </p:txBody>
      </p:sp>
      <p:sp>
        <p:nvSpPr>
          <p:cNvPr id="30" name="직사각형 29"/>
          <p:cNvSpPr/>
          <p:nvPr/>
        </p:nvSpPr>
        <p:spPr bwMode="auto">
          <a:xfrm>
            <a:off x="487371" y="1556496"/>
            <a:ext cx="9302467" cy="528724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           객 </a:t>
            </a:r>
          </a:p>
        </p:txBody>
      </p:sp>
      <p:sp>
        <p:nvSpPr>
          <p:cNvPr id="34" name="직사각형 33"/>
          <p:cNvSpPr/>
          <p:nvPr/>
        </p:nvSpPr>
        <p:spPr bwMode="auto">
          <a:xfrm>
            <a:off x="481886" y="6273471"/>
            <a:ext cx="9307951" cy="42862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대표이사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5194790" y="5523154"/>
            <a:ext cx="4595046" cy="428625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장례서비스  운영본부</a:t>
            </a:r>
          </a:p>
        </p:txBody>
      </p:sp>
      <p:sp>
        <p:nvSpPr>
          <p:cNvPr id="39" name="직사각형 38"/>
          <p:cNvSpPr/>
          <p:nvPr/>
        </p:nvSpPr>
        <p:spPr bwMode="auto">
          <a:xfrm>
            <a:off x="2093666" y="2955481"/>
            <a:ext cx="1464682" cy="42862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bg1"/>
                </a:solidFill>
              </a:rPr>
              <a:t>인사팀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481885" y="2959587"/>
            <a:ext cx="1424808" cy="428625"/>
          </a:xfrm>
          <a:prstGeom prst="rect">
            <a:avLst/>
          </a:prstGeom>
          <a:solidFill>
            <a:srgbClr val="CC340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㈜</a:t>
            </a:r>
            <a:r>
              <a:rPr lang="ko-KR" altLang="en-US" sz="1200" dirty="0" err="1">
                <a:solidFill>
                  <a:schemeClr val="bg1"/>
                </a:solidFill>
              </a:rPr>
              <a:t>한가람상조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대표 최현인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3652212" y="2946282"/>
            <a:ext cx="1420729" cy="42862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bg1"/>
                </a:solidFill>
              </a:rPr>
              <a:t>경리팀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194793" y="2946282"/>
            <a:ext cx="1458749" cy="42862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bg1"/>
                </a:solidFill>
              </a:rPr>
              <a:t>장지팀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6776807" y="2959587"/>
            <a:ext cx="1425394" cy="42862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bg1"/>
                </a:solidFill>
              </a:rPr>
              <a:t>시설물류팀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8335914" y="2965950"/>
            <a:ext cx="1453922" cy="42862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bg1"/>
                </a:solidFill>
              </a:rPr>
              <a:t>영업팀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2094033" y="3575882"/>
            <a:ext cx="1464682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파견사원관리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481885" y="3555435"/>
            <a:ext cx="1424808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상조행사진행</a:t>
            </a:r>
          </a:p>
        </p:txBody>
      </p:sp>
      <p:sp>
        <p:nvSpPr>
          <p:cNvPr id="62" name="직사각형 61"/>
          <p:cNvSpPr/>
          <p:nvPr/>
        </p:nvSpPr>
        <p:spPr bwMode="auto">
          <a:xfrm>
            <a:off x="3652212" y="3557866"/>
            <a:ext cx="1420729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경리</a:t>
            </a:r>
          </a:p>
        </p:txBody>
      </p:sp>
      <p:sp>
        <p:nvSpPr>
          <p:cNvPr id="63" name="직사각형 62"/>
          <p:cNvSpPr/>
          <p:nvPr/>
        </p:nvSpPr>
        <p:spPr bwMode="auto">
          <a:xfrm>
            <a:off x="5206654" y="3557866"/>
            <a:ext cx="1458749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전국장지관리</a:t>
            </a:r>
          </a:p>
        </p:txBody>
      </p:sp>
      <p:sp>
        <p:nvSpPr>
          <p:cNvPr id="64" name="직사각형 63"/>
          <p:cNvSpPr/>
          <p:nvPr/>
        </p:nvSpPr>
        <p:spPr bwMode="auto">
          <a:xfrm>
            <a:off x="6776807" y="3557866"/>
            <a:ext cx="1425394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시설관리</a:t>
            </a:r>
          </a:p>
        </p:txBody>
      </p:sp>
      <p:sp>
        <p:nvSpPr>
          <p:cNvPr id="65" name="직사각형 64"/>
          <p:cNvSpPr/>
          <p:nvPr/>
        </p:nvSpPr>
        <p:spPr bwMode="auto">
          <a:xfrm>
            <a:off x="8313608" y="3554502"/>
            <a:ext cx="1453922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영업기획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제휴</a:t>
            </a:r>
          </a:p>
        </p:txBody>
      </p:sp>
      <p:sp>
        <p:nvSpPr>
          <p:cNvPr id="66" name="직사각형 65"/>
          <p:cNvSpPr/>
          <p:nvPr/>
        </p:nvSpPr>
        <p:spPr bwMode="auto">
          <a:xfrm>
            <a:off x="2094033" y="4118964"/>
            <a:ext cx="1464682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인사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총무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481885" y="4087248"/>
            <a:ext cx="1424808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상조행사관리</a:t>
            </a:r>
          </a:p>
        </p:txBody>
      </p:sp>
      <p:sp>
        <p:nvSpPr>
          <p:cNvPr id="68" name="직사각형 67"/>
          <p:cNvSpPr/>
          <p:nvPr/>
        </p:nvSpPr>
        <p:spPr bwMode="auto">
          <a:xfrm>
            <a:off x="5194793" y="4089680"/>
            <a:ext cx="1458749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영업지원</a:t>
            </a:r>
          </a:p>
        </p:txBody>
      </p:sp>
      <p:sp>
        <p:nvSpPr>
          <p:cNvPr id="69" name="직사각형 68"/>
          <p:cNvSpPr/>
          <p:nvPr/>
        </p:nvSpPr>
        <p:spPr bwMode="auto">
          <a:xfrm>
            <a:off x="8335914" y="4109347"/>
            <a:ext cx="1453922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행사 지원</a:t>
            </a:r>
          </a:p>
        </p:txBody>
      </p:sp>
      <p:sp>
        <p:nvSpPr>
          <p:cNvPr id="70" name="직사각형 69"/>
          <p:cNvSpPr/>
          <p:nvPr/>
        </p:nvSpPr>
        <p:spPr bwMode="auto">
          <a:xfrm>
            <a:off x="481885" y="4625410"/>
            <a:ext cx="1424808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콜센타</a:t>
            </a:r>
            <a:r>
              <a:rPr lang="ko-KR" altLang="en-US" sz="12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71" name="직사각형 70"/>
          <p:cNvSpPr/>
          <p:nvPr/>
        </p:nvSpPr>
        <p:spPr bwMode="auto">
          <a:xfrm>
            <a:off x="8335914" y="4647509"/>
            <a:ext cx="1453922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행사 관리</a:t>
            </a:r>
          </a:p>
        </p:txBody>
      </p:sp>
      <p:sp>
        <p:nvSpPr>
          <p:cNvPr id="72" name="직사각형 71"/>
          <p:cNvSpPr/>
          <p:nvPr/>
        </p:nvSpPr>
        <p:spPr bwMode="auto">
          <a:xfrm>
            <a:off x="6776807" y="4096635"/>
            <a:ext cx="1425394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화환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물류영업</a:t>
            </a:r>
          </a:p>
        </p:txBody>
      </p:sp>
      <p:sp>
        <p:nvSpPr>
          <p:cNvPr id="81" name="직사각형 80"/>
          <p:cNvSpPr/>
          <p:nvPr/>
        </p:nvSpPr>
        <p:spPr bwMode="auto">
          <a:xfrm>
            <a:off x="2094036" y="5533678"/>
            <a:ext cx="2978905" cy="428625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경영관리 운영본부</a:t>
            </a:r>
          </a:p>
        </p:txBody>
      </p:sp>
      <p:sp>
        <p:nvSpPr>
          <p:cNvPr id="82" name="직사각형 81"/>
          <p:cNvSpPr/>
          <p:nvPr/>
        </p:nvSpPr>
        <p:spPr bwMode="auto">
          <a:xfrm>
            <a:off x="481885" y="5536328"/>
            <a:ext cx="1424808" cy="428625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상조서비스 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ko-KR" altLang="en-US" sz="1200" dirty="0">
                <a:solidFill>
                  <a:schemeClr val="bg1"/>
                </a:solidFill>
              </a:rPr>
              <a:t>자회사</a:t>
            </a:r>
          </a:p>
        </p:txBody>
      </p:sp>
      <p:graphicFrame>
        <p:nvGraphicFramePr>
          <p:cNvPr id="83" name="표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21235"/>
              </p:ext>
            </p:extLst>
          </p:nvPr>
        </p:nvGraphicFramePr>
        <p:xfrm>
          <a:off x="9973036" y="2156821"/>
          <a:ext cx="1972391" cy="1219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2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6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latin typeface="+mj-ea"/>
                          <a:ea typeface="+mj-ea"/>
                        </a:rPr>
                        <a:t>임원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+mj-ea"/>
                          <a:ea typeface="+mj-ea"/>
                        </a:rPr>
                        <a:t>  2</a:t>
                      </a:r>
                      <a:r>
                        <a:rPr lang="ko-KR" altLang="en-US" sz="1000" b="0" dirty="0"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5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4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17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총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28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198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인원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2024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5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기준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340667" y="81828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3) </a:t>
            </a:r>
            <a:r>
              <a:rPr lang="ko-KR" altLang="en-US" sz="2000" dirty="0"/>
              <a:t>조직도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9983274" y="3621177"/>
            <a:ext cx="1962150" cy="427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총괄책임자</a:t>
            </a:r>
          </a:p>
        </p:txBody>
      </p:sp>
      <p:sp>
        <p:nvSpPr>
          <p:cNvPr id="38" name="직사각형 37"/>
          <p:cNvSpPr/>
          <p:nvPr/>
        </p:nvSpPr>
        <p:spPr bwMode="auto">
          <a:xfrm>
            <a:off x="9994338" y="4195071"/>
            <a:ext cx="1951086" cy="25200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성명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최현인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직급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한가람 상조 대표 및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1000" dirty="0">
                <a:solidFill>
                  <a:schemeClr val="tx1"/>
                </a:solidFill>
              </a:rPr>
              <a:t>            </a:t>
            </a:r>
            <a:r>
              <a:rPr lang="ko-KR" altLang="en-US" sz="1000" dirty="0">
                <a:solidFill>
                  <a:schemeClr val="tx1"/>
                </a:solidFill>
              </a:rPr>
              <a:t>㈜</a:t>
            </a:r>
            <a:r>
              <a:rPr lang="ko-KR" altLang="en-US" sz="1000" dirty="0" err="1">
                <a:solidFill>
                  <a:schemeClr val="tx1"/>
                </a:solidFill>
              </a:rPr>
              <a:t>가람퓨너럴</a:t>
            </a:r>
            <a:r>
              <a:rPr lang="ko-KR" altLang="en-US" sz="1000" dirty="0">
                <a:solidFill>
                  <a:schemeClr val="tx1"/>
                </a:solidFill>
              </a:rPr>
              <a:t> 대표이사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전화번호 </a:t>
            </a:r>
            <a:r>
              <a:rPr lang="en-US" altLang="ko-KR" sz="1000" dirty="0">
                <a:solidFill>
                  <a:schemeClr val="tx1"/>
                </a:solidFill>
              </a:rPr>
              <a:t>: 02-304-4447</a:t>
            </a: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담당자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박성윤</a:t>
            </a:r>
            <a:r>
              <a:rPr lang="en-US" altLang="ko-KR" sz="1000" dirty="0">
                <a:solidFill>
                  <a:schemeClr val="tx1"/>
                </a:solidFill>
              </a:rPr>
              <a:t> 010-4705-9888</a:t>
            </a:r>
          </a:p>
          <a:p>
            <a:pPr>
              <a:defRPr/>
            </a:pP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1000" dirty="0">
                <a:solidFill>
                  <a:schemeClr val="tx1"/>
                </a:solidFill>
              </a:rPr>
              <a:t>E-mail : </a:t>
            </a:r>
          </a:p>
          <a:p>
            <a:pPr>
              <a:defRPr/>
            </a:pPr>
            <a:r>
              <a:rPr lang="en-US" altLang="ko-KR" sz="1000" dirty="0">
                <a:solidFill>
                  <a:srgbClr val="0070C0"/>
                </a:solidFill>
              </a:rPr>
              <a:t>sidcpark@hanmail.net</a:t>
            </a:r>
          </a:p>
          <a:p>
            <a:pPr>
              <a:defRPr/>
            </a:pP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주소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서울시 서대문구 </a:t>
            </a:r>
            <a:r>
              <a:rPr lang="ko-KR" altLang="en-US" sz="1000" dirty="0" err="1">
                <a:solidFill>
                  <a:schemeClr val="tx1"/>
                </a:solidFill>
              </a:rPr>
              <a:t>수색로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      </a:t>
            </a:r>
            <a:r>
              <a:rPr lang="en-US" altLang="ko-KR" sz="1000" dirty="0">
                <a:solidFill>
                  <a:schemeClr val="tx1"/>
                </a:solidFill>
              </a:rPr>
              <a:t>56/201</a:t>
            </a:r>
            <a:r>
              <a:rPr lang="ko-KR" altLang="en-US" sz="1000" dirty="0">
                <a:solidFill>
                  <a:schemeClr val="tx1"/>
                </a:solidFill>
              </a:rPr>
              <a:t>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성공타워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</a:p>
          <a:p>
            <a:pPr algn="ctr"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48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7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Ⅰ. </a:t>
            </a:r>
            <a:r>
              <a:rPr lang="ko-KR" altLang="en-US" sz="2400" dirty="0" err="1"/>
              <a:t>제안사소개</a:t>
            </a:r>
            <a:r>
              <a:rPr lang="ko-KR" altLang="en-US" sz="2400" dirty="0"/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0667" y="81828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4) </a:t>
            </a:r>
            <a:r>
              <a:rPr lang="ko-KR" altLang="en-US" sz="2000" dirty="0"/>
              <a:t>사업영역</a:t>
            </a:r>
          </a:p>
        </p:txBody>
      </p:sp>
      <p:sp>
        <p:nvSpPr>
          <p:cNvPr id="76" name="타원 75"/>
          <p:cNvSpPr/>
          <p:nvPr/>
        </p:nvSpPr>
        <p:spPr>
          <a:xfrm>
            <a:off x="3449216" y="1218396"/>
            <a:ext cx="1966846" cy="18019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한가람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상조서비스</a:t>
            </a:r>
          </a:p>
        </p:txBody>
      </p:sp>
      <p:sp>
        <p:nvSpPr>
          <p:cNvPr id="77" name="타원 76"/>
          <p:cNvSpPr/>
          <p:nvPr/>
        </p:nvSpPr>
        <p:spPr>
          <a:xfrm>
            <a:off x="7092753" y="1252025"/>
            <a:ext cx="1896501" cy="171807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장지서비스</a:t>
            </a:r>
          </a:p>
        </p:txBody>
      </p:sp>
      <p:sp>
        <p:nvSpPr>
          <p:cNvPr id="78" name="타원 77"/>
          <p:cNvSpPr/>
          <p:nvPr/>
        </p:nvSpPr>
        <p:spPr>
          <a:xfrm>
            <a:off x="7979018" y="3633509"/>
            <a:ext cx="1980908" cy="192322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용품서비스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장례 일회용품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2405575" y="3658936"/>
            <a:ext cx="1839686" cy="17517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장례식장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위탁운영</a:t>
            </a:r>
          </a:p>
        </p:txBody>
      </p:sp>
      <p:sp>
        <p:nvSpPr>
          <p:cNvPr id="80" name="타원 79"/>
          <p:cNvSpPr/>
          <p:nvPr/>
        </p:nvSpPr>
        <p:spPr>
          <a:xfrm>
            <a:off x="5279948" y="4852646"/>
            <a:ext cx="1812805" cy="17517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경조화환 서비스</a:t>
            </a: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66707" y="3142043"/>
            <a:ext cx="1968946" cy="1170375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633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8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78291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Ⅰ. </a:t>
            </a:r>
            <a:r>
              <a:rPr lang="ko-KR" altLang="en-US" sz="2400" dirty="0" err="1"/>
              <a:t>제안사소개</a:t>
            </a:r>
            <a:r>
              <a:rPr lang="ko-KR" altLang="en-US" sz="2400" dirty="0"/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0667" y="81828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5) </a:t>
            </a:r>
            <a:r>
              <a:rPr lang="ko-KR" altLang="en-US" sz="2000" dirty="0"/>
              <a:t>서비스 제공 실적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6492" y="1378634"/>
            <a:ext cx="2180492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고객사</a:t>
            </a:r>
            <a:endParaRPr lang="ko-KR" altLang="en-US" sz="1600" dirty="0"/>
          </a:p>
        </p:txBody>
      </p:sp>
      <p:sp>
        <p:nvSpPr>
          <p:cNvPr id="37" name="직사각형 36"/>
          <p:cNvSpPr/>
          <p:nvPr/>
        </p:nvSpPr>
        <p:spPr>
          <a:xfrm>
            <a:off x="3050145" y="1378634"/>
            <a:ext cx="5249793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사업내용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8398412" y="1364566"/>
            <a:ext cx="3151164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사업기간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748834" y="1918695"/>
            <a:ext cx="2180492" cy="9291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042487" y="1918695"/>
            <a:ext cx="5249793" cy="9291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신한은행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상조 서비스와 상조 용품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수도권만 진행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                      월 </a:t>
            </a:r>
            <a:r>
              <a:rPr lang="en-US" altLang="ko-KR" sz="1400" dirty="0">
                <a:solidFill>
                  <a:schemeClr val="tx1"/>
                </a:solidFill>
              </a:rPr>
              <a:t>10</a:t>
            </a:r>
            <a:r>
              <a:rPr lang="ko-KR" altLang="en-US" sz="1400" dirty="0" err="1">
                <a:solidFill>
                  <a:schemeClr val="tx1"/>
                </a:solidFill>
              </a:rPr>
              <a:t>회이상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390754" y="1904627"/>
            <a:ext cx="3151164" cy="9291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2010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</a:rPr>
              <a:t>~ 2020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(10</a:t>
            </a:r>
            <a:r>
              <a:rPr lang="ko-KR" altLang="en-US" sz="1400" dirty="0">
                <a:solidFill>
                  <a:schemeClr val="tx1"/>
                </a:solidFill>
              </a:rPr>
              <a:t>년간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5414" y="2143807"/>
            <a:ext cx="1860719" cy="4536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4" name="직사각형 43"/>
          <p:cNvSpPr/>
          <p:nvPr/>
        </p:nvSpPr>
        <p:spPr>
          <a:xfrm>
            <a:off x="756492" y="2945645"/>
            <a:ext cx="2180492" cy="98201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050145" y="2945645"/>
            <a:ext cx="5249793" cy="98201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경희대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회기동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강동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장례식장 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 상조 서비스와 상조 용품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                                                              월 </a:t>
            </a:r>
            <a:r>
              <a:rPr lang="en-US" altLang="ko-KR" sz="1400" dirty="0">
                <a:solidFill>
                  <a:schemeClr val="tx1"/>
                </a:solidFill>
              </a:rPr>
              <a:t>50</a:t>
            </a:r>
            <a:r>
              <a:rPr lang="ko-KR" altLang="en-US" sz="1400" dirty="0" err="1">
                <a:solidFill>
                  <a:schemeClr val="tx1"/>
                </a:solidFill>
              </a:rPr>
              <a:t>회이상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경희대학교</a:t>
            </a:r>
            <a:r>
              <a:rPr lang="ko-KR" altLang="en-US" sz="1400" dirty="0">
                <a:solidFill>
                  <a:schemeClr val="tx1"/>
                </a:solidFill>
              </a:rPr>
              <a:t> 동문 </a:t>
            </a:r>
            <a:r>
              <a:rPr lang="en-US" altLang="ko-KR" sz="1400" b="1" dirty="0">
                <a:solidFill>
                  <a:schemeClr val="tx1"/>
                </a:solidFill>
              </a:rPr>
              <a:t>:  </a:t>
            </a:r>
            <a:r>
              <a:rPr lang="ko-KR" altLang="en-US" sz="1400" dirty="0">
                <a:solidFill>
                  <a:schemeClr val="tx1"/>
                </a:solidFill>
              </a:rPr>
              <a:t>상조 서비스와 상조 용품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                                                              월 </a:t>
            </a:r>
            <a:r>
              <a:rPr lang="en-US" altLang="ko-KR" sz="1400" dirty="0">
                <a:solidFill>
                  <a:schemeClr val="tx1"/>
                </a:solidFill>
              </a:rPr>
              <a:t>10</a:t>
            </a:r>
            <a:r>
              <a:rPr lang="ko-KR" altLang="en-US" sz="1400" dirty="0" err="1">
                <a:solidFill>
                  <a:schemeClr val="tx1"/>
                </a:solidFill>
              </a:rPr>
              <a:t>회이상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398412" y="2931577"/>
            <a:ext cx="3151164" cy="98201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2012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</a:rPr>
              <a:t>~ 2024(</a:t>
            </a:r>
            <a:r>
              <a:rPr lang="ko-KR" altLang="en-US" sz="1400" dirty="0">
                <a:solidFill>
                  <a:schemeClr val="tx1"/>
                </a:solidFill>
              </a:rPr>
              <a:t>현재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45414" y="3206733"/>
            <a:ext cx="1860720" cy="4774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9" name="직사각형 48"/>
          <p:cNvSpPr/>
          <p:nvPr/>
        </p:nvSpPr>
        <p:spPr>
          <a:xfrm>
            <a:off x="756492" y="4000721"/>
            <a:ext cx="2180492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050145" y="3986652"/>
            <a:ext cx="5249793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서울의료원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장례식장 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 상조 용품  월 </a:t>
            </a:r>
            <a:r>
              <a:rPr lang="en-US" altLang="ko-KR" sz="1400" dirty="0">
                <a:solidFill>
                  <a:schemeClr val="tx1"/>
                </a:solidFill>
              </a:rPr>
              <a:t>15</a:t>
            </a:r>
            <a:r>
              <a:rPr lang="ko-KR" altLang="en-US" sz="1400" dirty="0" err="1">
                <a:solidFill>
                  <a:schemeClr val="tx1"/>
                </a:solidFill>
              </a:rPr>
              <a:t>회이상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398412" y="3986653"/>
            <a:ext cx="3151164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2013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</a:rPr>
              <a:t>~ 2024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현재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5414" y="4236367"/>
            <a:ext cx="1860719" cy="49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7" name="육각형 56"/>
          <p:cNvSpPr/>
          <p:nvPr/>
        </p:nvSpPr>
        <p:spPr>
          <a:xfrm>
            <a:off x="633046" y="6135501"/>
            <a:ext cx="11071274" cy="675182"/>
          </a:xfrm>
          <a:prstGeom prst="hexagon">
            <a:avLst/>
          </a:prstGeom>
          <a:solidFill>
            <a:schemeClr val="bg2">
              <a:lumMod val="90000"/>
            </a:schemeClr>
          </a:solidFill>
          <a:ln w="762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</a:rPr>
              <a:t>㈜</a:t>
            </a:r>
            <a:r>
              <a:rPr lang="ko-KR" altLang="en-US" b="1" dirty="0" err="1">
                <a:solidFill>
                  <a:srgbClr val="FF0000"/>
                </a:solidFill>
              </a:rPr>
              <a:t>가람퓨너럴은</a:t>
            </a:r>
            <a:r>
              <a:rPr lang="ko-KR" altLang="en-US" b="1" dirty="0">
                <a:solidFill>
                  <a:srgbClr val="FF0000"/>
                </a:solidFill>
              </a:rPr>
              <a:t> 장례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상조서비스를 통한 최고의 고객만족 실현으로 지속적인 성장 달성 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56492" y="5081552"/>
            <a:ext cx="2180492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050145" y="5067483"/>
            <a:ext cx="5249793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보험가입 고객 장례용품 제공 </a:t>
            </a:r>
            <a:r>
              <a:rPr lang="ko-KR" altLang="en-US" sz="1400" dirty="0">
                <a:solidFill>
                  <a:schemeClr val="tx1"/>
                </a:solidFill>
              </a:rPr>
              <a:t>월 </a:t>
            </a:r>
            <a:r>
              <a:rPr lang="en-US" altLang="ko-KR" sz="1400" dirty="0">
                <a:solidFill>
                  <a:schemeClr val="tx1"/>
                </a:solidFill>
              </a:rPr>
              <a:t>30</a:t>
            </a:r>
            <a:r>
              <a:rPr lang="ko-KR" altLang="en-US" sz="1400" dirty="0" err="1">
                <a:solidFill>
                  <a:schemeClr val="tx1"/>
                </a:solidFill>
              </a:rPr>
              <a:t>회이상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398412" y="5067484"/>
            <a:ext cx="3151164" cy="9937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2016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5413" y="5242727"/>
            <a:ext cx="1860719" cy="5276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32492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5057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9</a:t>
            </a:fld>
            <a:endParaRPr lang="ko-KR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090" y="38665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2090" y="265493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2090" y="14662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5353343" y="1285691"/>
            <a:ext cx="5966460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Ⅰ. </a:t>
            </a:r>
            <a:r>
              <a:rPr lang="ko-KR" altLang="en-US" sz="2000" b="1" dirty="0" err="1">
                <a:solidFill>
                  <a:schemeClr val="bg2"/>
                </a:solidFill>
                <a:latin typeface="+mj-ea"/>
                <a:ea typeface="+mj-ea"/>
              </a:rPr>
              <a:t>제안사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  소개 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회사개요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회사연혁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조직도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사업영역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5)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서비스제공 실적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Ⅱ.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제안개요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----------------------------------------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제안목적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제안의 특장점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기대효과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상조서비스 필요성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Ⅲ.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업무수행방안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</a:t>
            </a: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업무 프로세스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전국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네트워크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민원처리 및 유지보수시스템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Ⅳ.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</a:rPr>
              <a:t>제안사항</a:t>
            </a:r>
            <a:r>
              <a:rPr lang="en-US" altLang="ko-KR" sz="2000" dirty="0">
                <a:solidFill>
                  <a:schemeClr val="bg2"/>
                </a:solidFill>
                <a:latin typeface="+mj-ea"/>
              </a:rPr>
              <a:t>----------------------------------------</a:t>
            </a:r>
            <a:endParaRPr lang="ko-KR" altLang="en-US" sz="2000" dirty="0">
              <a:solidFill>
                <a:schemeClr val="bg2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상조서비스 소개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 내용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서비스차별성</a:t>
            </a:r>
            <a:endParaRPr lang="ko-KR" altLang="en-US" sz="14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519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78291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Ⅱ. </a:t>
            </a:r>
            <a:r>
              <a:rPr lang="ko-KR" altLang="en-US" sz="2400" dirty="0"/>
              <a:t>제안개요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0667" y="81828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1) </a:t>
            </a:r>
            <a:r>
              <a:rPr lang="ko-KR" altLang="en-US" sz="2000" dirty="0"/>
              <a:t>제안 목적</a:t>
            </a:r>
          </a:p>
        </p:txBody>
      </p:sp>
      <p:sp>
        <p:nvSpPr>
          <p:cNvPr id="11" name="직사각형 10"/>
          <p:cNvSpPr/>
          <p:nvPr/>
        </p:nvSpPr>
        <p:spPr bwMode="auto">
          <a:xfrm>
            <a:off x="771673" y="1331408"/>
            <a:ext cx="10848241" cy="59586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 기업 임직원을 위한 고 품격 장례 서비스 제공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667" y="2150168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2) </a:t>
            </a:r>
            <a:r>
              <a:rPr lang="ko-KR" altLang="en-US" sz="2000" dirty="0"/>
              <a:t>제안의 특장점</a:t>
            </a:r>
          </a:p>
        </p:txBody>
      </p:sp>
      <p:sp>
        <p:nvSpPr>
          <p:cNvPr id="13" name="직사각형 12"/>
          <p:cNvSpPr/>
          <p:nvPr/>
        </p:nvSpPr>
        <p:spPr bwMode="auto">
          <a:xfrm>
            <a:off x="771673" y="2607019"/>
            <a:ext cx="5324327" cy="42529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tx1"/>
                </a:solidFill>
              </a:rPr>
              <a:t>Quality </a:t>
            </a:r>
            <a:r>
              <a:rPr lang="ko-KR" altLang="en-US" sz="1400" dirty="0">
                <a:solidFill>
                  <a:schemeClr val="tx1"/>
                </a:solidFill>
              </a:rPr>
              <a:t>높은 장례용품 및  전문 인력 제공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 안정적 서비스 제공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771673" y="3116697"/>
            <a:ext cx="5324327" cy="42529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본사 장례지도사의  철저한 교육 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771673" y="3613584"/>
            <a:ext cx="5324327" cy="42529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 장례지도사의 현장 컨설팅 수행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장례절차 등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7077368" y="2607018"/>
            <a:ext cx="4542546" cy="142575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서비스 품질 관리를 통한 고객만족도 제고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6195793" y="2609532"/>
            <a:ext cx="781782" cy="1423239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2387" y="4501671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3) </a:t>
            </a:r>
            <a:r>
              <a:rPr lang="ko-KR" altLang="en-US" sz="2000" dirty="0"/>
              <a:t>기대효과</a:t>
            </a:r>
          </a:p>
        </p:txBody>
      </p:sp>
      <p:sp>
        <p:nvSpPr>
          <p:cNvPr id="19" name="직사각형 18"/>
          <p:cNvSpPr/>
          <p:nvPr/>
        </p:nvSpPr>
        <p:spPr bwMode="auto">
          <a:xfrm>
            <a:off x="783393" y="4958780"/>
            <a:ext cx="2408053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비용 절감 효과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783393" y="5505752"/>
            <a:ext cx="2408053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시간 절감 효과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783393" y="6038656"/>
            <a:ext cx="2408053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</a:rPr>
              <a:t>탁월한 홍보효과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3352811" y="4958780"/>
            <a:ext cx="8267104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</a:rPr>
              <a:t>일반 장례식장이나 타 상조 보다 최소비용으로 최대 만족효과 창출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3352811" y="5505752"/>
            <a:ext cx="8267104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</a:rPr>
              <a:t> 갑작스러운 조사발생시 전문 교육이 된 상조 팀장의 원활한 장례 진행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352811" y="6038656"/>
            <a:ext cx="8267104" cy="4606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err="1">
                <a:solidFill>
                  <a:schemeClr val="tx1"/>
                </a:solidFill>
              </a:rPr>
              <a:t>근조기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장례용품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도우미 명찰 등을 통한 社名 노출로 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가족구성원 및 조문객들에게 탁월한 홍보효과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828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49451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11</a:t>
            </a:fld>
            <a:endParaRPr lang="ko-KR" altLang="en-US" sz="1100" dirty="0"/>
          </a:p>
        </p:txBody>
      </p:sp>
      <p:sp>
        <p:nvSpPr>
          <p:cNvPr id="12" name="모서리가 둥근 직사각형 11"/>
          <p:cNvSpPr>
            <a:spLocks noChangeArrowheads="1"/>
          </p:cNvSpPr>
          <p:nvPr/>
        </p:nvSpPr>
        <p:spPr bwMode="auto">
          <a:xfrm>
            <a:off x="670560" y="1502410"/>
            <a:ext cx="10820400" cy="5186363"/>
          </a:xfrm>
          <a:prstGeom prst="roundRect">
            <a:avLst>
              <a:gd name="adj" fmla="val 5306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lt1"/>
              </a:solidFill>
              <a:latin typeface="+mn-ea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929640" y="2387918"/>
            <a:ext cx="2634615" cy="316865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0" lang="en-US" altLang="ko-KR" dirty="0">
              <a:solidFill>
                <a:srgbClr val="FFFFFF"/>
              </a:solidFill>
              <a:latin typeface="+mn-ea"/>
            </a:endParaRPr>
          </a:p>
          <a:p>
            <a:pPr algn="ctr">
              <a:defRPr/>
            </a:pPr>
            <a:endParaRPr lang="en-US" altLang="ko-KR" dirty="0">
              <a:latin typeface="+mn-ea"/>
            </a:endParaRPr>
          </a:p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415415" y="1935481"/>
            <a:ext cx="1584325" cy="79248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b="1" dirty="0">
                <a:solidFill>
                  <a:schemeClr val="tx1"/>
                </a:solidFill>
                <a:latin typeface="+mn-ea"/>
              </a:rPr>
              <a:t>장례발생 시 </a:t>
            </a:r>
            <a:endParaRPr kumimoji="0" lang="en-US" altLang="ko-KR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b="1" dirty="0">
                <a:solidFill>
                  <a:schemeClr val="tx1"/>
                </a:solidFill>
                <a:latin typeface="+mn-ea"/>
              </a:rPr>
              <a:t>겪는 문제점</a:t>
            </a:r>
            <a:endParaRPr lang="ko-KR" altLang="en-US" b="1" dirty="0">
              <a:latin typeface="+mn-ea"/>
            </a:endParaRPr>
          </a:p>
        </p:txBody>
      </p:sp>
      <p:sp>
        <p:nvSpPr>
          <p:cNvPr id="18" name="직사각형 42"/>
          <p:cNvSpPr>
            <a:spLocks noChangeArrowheads="1"/>
          </p:cNvSpPr>
          <p:nvPr/>
        </p:nvSpPr>
        <p:spPr bwMode="auto">
          <a:xfrm>
            <a:off x="1134110" y="2986405"/>
            <a:ext cx="2462530" cy="500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ko-KR" sz="1400" dirty="0">
                <a:solidFill>
                  <a:srgbClr val="404040"/>
                </a:solidFill>
                <a:latin typeface="+mn-ea"/>
              </a:rPr>
              <a:t>1. </a:t>
            </a: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복잡한 장례절차</a:t>
            </a:r>
            <a:r>
              <a:rPr kumimoji="0" lang="en-US" altLang="ko-KR" sz="1400" dirty="0">
                <a:solidFill>
                  <a:srgbClr val="404040"/>
                </a:solidFill>
                <a:latin typeface="+mn-ea"/>
              </a:rPr>
              <a:t>(21.1%)</a:t>
            </a:r>
            <a:endParaRPr kumimoji="0" lang="en-US" altLang="ko-KR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0" name="직사각형 43"/>
          <p:cNvSpPr>
            <a:spLocks noChangeArrowheads="1"/>
          </p:cNvSpPr>
          <p:nvPr/>
        </p:nvSpPr>
        <p:spPr bwMode="auto">
          <a:xfrm>
            <a:off x="1134110" y="3557905"/>
            <a:ext cx="2477770" cy="500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ko-KR" sz="1400" dirty="0">
                <a:solidFill>
                  <a:srgbClr val="404040"/>
                </a:solidFill>
                <a:latin typeface="+mn-ea"/>
              </a:rPr>
              <a:t>2. </a:t>
            </a: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과다한 장례비용 </a:t>
            </a:r>
            <a:r>
              <a:rPr kumimoji="0" lang="en-US" altLang="ko-KR" sz="1400" dirty="0">
                <a:solidFill>
                  <a:srgbClr val="404040"/>
                </a:solidFill>
                <a:latin typeface="+mn-ea"/>
              </a:rPr>
              <a:t>(20.2%)</a:t>
            </a:r>
            <a:endParaRPr kumimoji="0" lang="en-US" altLang="ko-KR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1" name="직사각형 44"/>
          <p:cNvSpPr>
            <a:spLocks noChangeArrowheads="1"/>
          </p:cNvSpPr>
          <p:nvPr/>
        </p:nvSpPr>
        <p:spPr bwMode="auto">
          <a:xfrm>
            <a:off x="1134110" y="4129405"/>
            <a:ext cx="2176463" cy="500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ko-KR" sz="1400">
                <a:solidFill>
                  <a:srgbClr val="404040"/>
                </a:solidFill>
                <a:latin typeface="+mn-ea"/>
              </a:rPr>
              <a:t>3. </a:t>
            </a:r>
            <a:r>
              <a:rPr kumimoji="0" lang="ko-KR" altLang="en-US" sz="1400">
                <a:solidFill>
                  <a:srgbClr val="404040"/>
                </a:solidFill>
                <a:latin typeface="+mn-ea"/>
              </a:rPr>
              <a:t>장례용품 강매 </a:t>
            </a:r>
            <a:r>
              <a:rPr kumimoji="0" lang="en-US" altLang="ko-KR" sz="1400">
                <a:solidFill>
                  <a:srgbClr val="404040"/>
                </a:solidFill>
                <a:latin typeface="+mn-ea"/>
              </a:rPr>
              <a:t>(13.7%)</a:t>
            </a:r>
            <a:endParaRPr kumimoji="0" lang="en-US" altLang="ko-KR" sz="140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" name="직사각형 21"/>
          <p:cNvSpPr>
            <a:spLocks noChangeArrowheads="1"/>
          </p:cNvSpPr>
          <p:nvPr/>
        </p:nvSpPr>
        <p:spPr bwMode="auto">
          <a:xfrm>
            <a:off x="1134110" y="4700905"/>
            <a:ext cx="2176463" cy="500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</a:rPr>
              <a:t>4. </a:t>
            </a:r>
            <a:r>
              <a:rPr kumimoji="0" lang="ko-KR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</a:rPr>
              <a:t>조문객 접대 등 </a:t>
            </a:r>
            <a:r>
              <a:rPr kumimoji="0" lang="en-US" altLang="ko-K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</a:rPr>
              <a:t>(44.0%)</a:t>
            </a:r>
            <a:endParaRPr kumimoji="0" lang="ko-KR" altLang="en-US" sz="1400" dirty="0">
              <a:solidFill>
                <a:schemeClr val="lt1"/>
              </a:solidFill>
              <a:latin typeface="+mn-ea"/>
            </a:endParaRPr>
          </a:p>
        </p:txBody>
      </p:sp>
      <p:sp>
        <p:nvSpPr>
          <p:cNvPr id="23" name="톱니 모양의 오른쪽 화살표 22"/>
          <p:cNvSpPr/>
          <p:nvPr/>
        </p:nvSpPr>
        <p:spPr>
          <a:xfrm>
            <a:off x="3703638" y="2878454"/>
            <a:ext cx="947737" cy="1830705"/>
          </a:xfrm>
          <a:prstGeom prst="notchedRightArrow">
            <a:avLst>
              <a:gd name="adj1" fmla="val 43340"/>
              <a:gd name="adj2" fmla="val 56432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200" b="1" dirty="0">
                <a:latin typeface="+mn-ea"/>
              </a:rPr>
              <a:t>제휴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727575" y="2357438"/>
            <a:ext cx="6504305" cy="31686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997258" y="2042160"/>
            <a:ext cx="3710622" cy="629920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b="1" dirty="0">
                <a:solidFill>
                  <a:schemeClr val="tx1"/>
                </a:solidFill>
                <a:latin typeface="+mn-ea"/>
              </a:rPr>
              <a:t>의전발생 시 겪는 문제점 해소</a:t>
            </a:r>
            <a:endParaRPr lang="ko-KR" altLang="en-US" b="1" dirty="0">
              <a:latin typeface="+mn-ea"/>
            </a:endParaRPr>
          </a:p>
        </p:txBody>
      </p:sp>
      <p:sp>
        <p:nvSpPr>
          <p:cNvPr id="26" name="직사각형 38"/>
          <p:cNvSpPr>
            <a:spLocks noChangeArrowheads="1"/>
          </p:cNvSpPr>
          <p:nvPr/>
        </p:nvSpPr>
        <p:spPr bwMode="auto">
          <a:xfrm>
            <a:off x="4720590" y="2967038"/>
            <a:ext cx="6526530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Wingdings" pitchFamily="2" charset="2"/>
              <a:buChar char="Ø"/>
            </a:pP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 전문장례지도사가 유족 곁에서 장례식을 마칠 때까지 예법에 따른 의전 진행</a:t>
            </a:r>
            <a:endParaRPr kumimoji="0" lang="ko-KR" altLang="en-US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7" name="직사각형 26"/>
          <p:cNvSpPr>
            <a:spLocks noChangeArrowheads="1"/>
          </p:cNvSpPr>
          <p:nvPr/>
        </p:nvSpPr>
        <p:spPr bwMode="auto">
          <a:xfrm>
            <a:off x="4720590" y="3538538"/>
            <a:ext cx="6282690" cy="504825"/>
          </a:xfrm>
          <a:prstGeom prst="rect">
            <a:avLst/>
          </a:prstGeom>
          <a:gradFill rotWithShape="1">
            <a:gsLst>
              <a:gs pos="0">
                <a:schemeClr val="bg1">
                  <a:alpha val="46001"/>
                </a:schemeClr>
              </a:gs>
              <a:gs pos="100000">
                <a:schemeClr val="bg1">
                  <a:gamma/>
                  <a:tint val="19216"/>
                  <a:invGamma/>
                  <a:alpha val="24001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Wingdings" pitchFamily="2" charset="2"/>
              <a:buChar char="Ø"/>
              <a:defRPr/>
            </a:pP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 사전상담을 통하여 유족의 상황에 맞는 최적의 장례계획 설계 및 제공</a:t>
            </a:r>
            <a:endParaRPr kumimoji="0" lang="ko-KR" altLang="en-US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" name="직사각형 27"/>
          <p:cNvSpPr>
            <a:spLocks noChangeArrowheads="1"/>
          </p:cNvSpPr>
          <p:nvPr/>
        </p:nvSpPr>
        <p:spPr bwMode="auto">
          <a:xfrm>
            <a:off x="4720590" y="4110038"/>
            <a:ext cx="5993130" cy="509587"/>
          </a:xfrm>
          <a:prstGeom prst="rect">
            <a:avLst/>
          </a:prstGeom>
          <a:gradFill rotWithShape="1">
            <a:gsLst>
              <a:gs pos="0">
                <a:schemeClr val="bg1">
                  <a:alpha val="46001"/>
                </a:schemeClr>
              </a:gs>
              <a:gs pos="100000">
                <a:schemeClr val="bg1">
                  <a:gamma/>
                  <a:tint val="19216"/>
                  <a:invGamma/>
                  <a:alpha val="24001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Wingdings" pitchFamily="2" charset="2"/>
              <a:buChar char="Ø"/>
              <a:defRPr/>
            </a:pP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 전문장례지도사가 유족을 위하여 장례용품 강매 및 낭비요소 제거</a:t>
            </a:r>
            <a:endParaRPr kumimoji="0" lang="ko-KR" altLang="en-US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" name="직사각형 28"/>
          <p:cNvSpPr>
            <a:spLocks noChangeArrowheads="1"/>
          </p:cNvSpPr>
          <p:nvPr/>
        </p:nvSpPr>
        <p:spPr bwMode="auto">
          <a:xfrm>
            <a:off x="4720590" y="4691063"/>
            <a:ext cx="6328410" cy="514350"/>
          </a:xfrm>
          <a:prstGeom prst="rect">
            <a:avLst/>
          </a:prstGeom>
          <a:gradFill rotWithShape="1">
            <a:gsLst>
              <a:gs pos="0">
                <a:schemeClr val="bg1">
                  <a:alpha val="46001"/>
                </a:schemeClr>
              </a:gs>
              <a:gs pos="100000">
                <a:schemeClr val="bg1">
                  <a:gamma/>
                  <a:tint val="19216"/>
                  <a:invGamma/>
                  <a:alpha val="24001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Wingdings" pitchFamily="2" charset="2"/>
              <a:buChar char="Ø"/>
              <a:defRPr/>
            </a:pP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 장례예식은 전문 </a:t>
            </a:r>
            <a:r>
              <a:rPr kumimoji="0" lang="ko-KR" altLang="en-US" sz="1400" dirty="0" err="1">
                <a:solidFill>
                  <a:srgbClr val="404040"/>
                </a:solidFill>
                <a:latin typeface="+mn-ea"/>
              </a:rPr>
              <a:t>지도사에</a:t>
            </a:r>
            <a:r>
              <a:rPr kumimoji="0" lang="ko-KR" altLang="en-US" sz="1400" dirty="0">
                <a:solidFill>
                  <a:srgbClr val="404040"/>
                </a:solidFill>
                <a:latin typeface="+mn-ea"/>
              </a:rPr>
              <a:t> 맡기고 유족은 조문객 접대만 하시면 됩니다</a:t>
            </a:r>
            <a:endParaRPr kumimoji="0" lang="ko-KR" altLang="en-US" sz="14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64895" y="6033135"/>
            <a:ext cx="4814888" cy="28575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US" altLang="ko-KR" sz="1000" b="1" dirty="0">
                <a:solidFill>
                  <a:srgbClr val="404040"/>
                </a:solidFill>
                <a:latin typeface="+mn-ea"/>
              </a:rPr>
              <a:t>※ </a:t>
            </a:r>
            <a:r>
              <a:rPr kumimoji="0" lang="en-US" altLang="ko-KR" sz="1000" dirty="0">
                <a:solidFill>
                  <a:srgbClr val="404040"/>
                </a:solidFill>
                <a:latin typeface="+mn-ea"/>
              </a:rPr>
              <a:t>2015 </a:t>
            </a:r>
            <a:r>
              <a:rPr kumimoji="0" lang="ko-KR" altLang="en-US" sz="1000" dirty="0">
                <a:solidFill>
                  <a:srgbClr val="404040"/>
                </a:solidFill>
                <a:latin typeface="+mn-ea"/>
              </a:rPr>
              <a:t>소비자보호원 의전문화 의식 및 실태조사 결과</a:t>
            </a:r>
            <a:endParaRPr kumimoji="0" lang="ko-KR" altLang="en-US" sz="10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9303" y="178291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Ⅱ. </a:t>
            </a:r>
            <a:r>
              <a:rPr lang="ko-KR" altLang="en-US" sz="2400" dirty="0"/>
              <a:t>제안개요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387" y="899483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4) </a:t>
            </a:r>
            <a:r>
              <a:rPr lang="ko-KR" altLang="en-US" sz="2000" dirty="0"/>
              <a:t>상조서비스 필요성</a:t>
            </a:r>
          </a:p>
        </p:txBody>
      </p:sp>
    </p:spTree>
    <p:extLst>
      <p:ext uri="{BB962C8B-B14F-4D97-AF65-F5344CB8AC3E}">
        <p14:creationId xmlns:p14="http://schemas.microsoft.com/office/powerpoint/2010/main" val="2408233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5057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12</a:t>
            </a:fld>
            <a:endParaRPr lang="ko-KR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090" y="38665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2090" y="265493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2090" y="14662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5353343" y="1285691"/>
            <a:ext cx="5966460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Ⅰ. </a:t>
            </a:r>
            <a:r>
              <a:rPr lang="ko-KR" altLang="en-US" sz="2000" b="1" dirty="0" err="1">
                <a:solidFill>
                  <a:schemeClr val="bg2"/>
                </a:solidFill>
                <a:latin typeface="+mj-ea"/>
                <a:ea typeface="+mj-ea"/>
              </a:rPr>
              <a:t>제안사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 소개 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회사개요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회사연혁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조직도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사업영역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5)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서비스제공 실적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Ⅱ.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제안개요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제안목적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제안의 특장점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기대효과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endParaRPr lang="en-US" altLang="ko-KR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Ⅲ.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제안사항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-----------------------------------</a:t>
            </a:r>
            <a:r>
              <a:rPr lang="en-US" altLang="ko-KR" sz="2000" dirty="0">
                <a:solidFill>
                  <a:schemeClr val="tx1"/>
                </a:solidFill>
                <a:latin typeface="+mj-ea"/>
              </a:rPr>
              <a:t>-----</a:t>
            </a:r>
            <a:endParaRPr lang="en-US" altLang="ko-KR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제안내용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상조서비스 소개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당사 상조서비스 차별성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Ⅳ.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</a:rPr>
              <a:t>제안사항</a:t>
            </a:r>
            <a:r>
              <a:rPr lang="en-US" altLang="ko-KR" sz="2000" dirty="0">
                <a:solidFill>
                  <a:schemeClr val="bg2"/>
                </a:solidFill>
                <a:latin typeface="+mj-ea"/>
              </a:rPr>
              <a:t>----------------------------------------</a:t>
            </a:r>
            <a:endParaRPr lang="ko-KR" altLang="en-US" sz="2000" dirty="0">
              <a:solidFill>
                <a:schemeClr val="bg2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상조서비스 소개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 내용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서비스차별성</a:t>
            </a:r>
            <a:endParaRPr lang="ko-KR" altLang="en-US" sz="14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519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49451" y="6468940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13</a:t>
            </a:fld>
            <a:endParaRPr lang="ko-KR" alt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346" y="919105"/>
            <a:ext cx="1077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1) </a:t>
            </a:r>
            <a:r>
              <a:rPr lang="ko-KR" altLang="en-US" sz="2000" dirty="0"/>
              <a:t>제안내용 </a:t>
            </a:r>
            <a:r>
              <a:rPr lang="en-US" altLang="ko-KR" sz="2000" dirty="0"/>
              <a:t>: </a:t>
            </a:r>
            <a:r>
              <a:rPr lang="ko-KR" altLang="en-US" sz="2000" dirty="0"/>
              <a:t>임직원을 위한 아래 상조서비스 중 선택하여 제휴 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881869" y="1477418"/>
            <a:ext cx="2408053" cy="9794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상조서비스 구매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881869" y="2688421"/>
            <a:ext cx="2408053" cy="10338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buAutoNum type="arabicPeriod" startAt="2"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후불 상조서비스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위탁계약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451287" y="1477417"/>
            <a:ext cx="7774733" cy="97945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회사에서 당사의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상조서비스 상품 전액 또는 일부를 구매 후 지원하는 방식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제휴</a:t>
            </a:r>
          </a:p>
          <a:p>
            <a:pPr>
              <a:spcBef>
                <a:spcPct val="3000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장례식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빈소사용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안치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식대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화장 비용은 제외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3451287" y="2688422"/>
            <a:ext cx="7774733" cy="10338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당사와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상조 위탁계약 체결 후 직원이 당사 상조서비스를 이용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하는 경우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할인된 금액으로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서비스를 제공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하고 비용은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직원 개인이 후불하는 방식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회사는 별도 비용발생 없음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877247" y="3976903"/>
            <a:ext cx="2408053" cy="106330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buAutoNum type="arabicPeriod" startAt="3"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회사의 요구사항에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맞춘 오더메이드형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상조서비스 제공</a:t>
            </a:r>
            <a:endParaRPr lang="en-US" altLang="ko-KR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446665" y="3976903"/>
            <a:ext cx="7774733" cy="106330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상기 제안내용 외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회사의 복리후생 기준에 맞춘 상조 지원 서비스를 요구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하는 경우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협의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하여 서비스 제공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가능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선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용품제공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후 상조서비스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도우미만 파견 등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877247" y="5717315"/>
            <a:ext cx="10348775" cy="66501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상기 서비스에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장례용품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선 제공서비스를 추가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하는 경우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회사명 및 로고가 인쇄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장례용품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접시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컵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식탁보 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당사에서 빈소로 선 배송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☞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서비스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선택시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50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박스를 선 구매 필수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( 200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인분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5,709,000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, 300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인분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7,821,000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원 부가세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포함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금액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배송비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 박스당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만원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발생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맑은 고딕" panose="020B0503020000020004" pitchFamily="50" charset="-127"/>
              </a:rPr>
              <a:t>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1831" y="5357103"/>
            <a:ext cx="410115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장례용품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선 제공 서비스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추가선택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40823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14</a:t>
            </a:fld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47347" y="77842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2) </a:t>
            </a:r>
            <a:r>
              <a:rPr lang="ko-KR" altLang="en-US" sz="2000" dirty="0"/>
              <a:t>상조서비스 소개</a:t>
            </a:r>
          </a:p>
        </p:txBody>
      </p:sp>
      <p:sp>
        <p:nvSpPr>
          <p:cNvPr id="15" name="직사각형 14"/>
          <p:cNvSpPr/>
          <p:nvPr/>
        </p:nvSpPr>
        <p:spPr bwMode="auto">
          <a:xfrm>
            <a:off x="1375247" y="4141068"/>
            <a:ext cx="10087080" cy="201932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t">
              <a:lnSpc>
                <a:spcPct val="120000"/>
              </a:lnSpc>
              <a:spcBef>
                <a:spcPct val="3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조사 발생시 최초 고인 이송부터 최종 안치까지 모든 장례의전행사를 위탁 받아 제공하는 서비스</a:t>
            </a:r>
          </a:p>
          <a:p>
            <a:pPr marL="285750" indent="-285750" fontAlgn="t">
              <a:lnSpc>
                <a:spcPct val="120000"/>
              </a:lnSpc>
              <a:spcBef>
                <a:spcPct val="3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장례용품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고인용품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b="1" dirty="0" err="1">
                <a:solidFill>
                  <a:schemeClr val="tx1"/>
                </a:solidFill>
                <a:latin typeface="+mn-ea"/>
              </a:rPr>
              <a:t>장례지도사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도우미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b="1" dirty="0" err="1">
                <a:solidFill>
                  <a:schemeClr val="tx1"/>
                </a:solidFill>
                <a:latin typeface="+mn-ea"/>
              </a:rPr>
              <a:t>운구차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 등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장례에 필요한 용품 및 서비스 토탈 제공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lnSpc>
                <a:spcPct val="120000"/>
              </a:lnSpc>
              <a:spcBef>
                <a:spcPct val="3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고인운구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앰블런스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전국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시간내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출동서비스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일부 도서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산간벽지는 제외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285750" indent="-285750" fontAlgn="t">
              <a:lnSpc>
                <a:spcPct val="120000"/>
              </a:lnSpc>
              <a:spcBef>
                <a:spcPct val="3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지역별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종교별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절차에 따른 제례 등 적합한 서비스 제공</a:t>
            </a:r>
          </a:p>
          <a:p>
            <a:pPr marL="285750" indent="-285750" fontAlgn="t">
              <a:lnSpc>
                <a:spcPct val="120000"/>
              </a:lnSpc>
              <a:spcBef>
                <a:spcPct val="3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월별 장례교육을 통한 질 높은 서비스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642" y="1294881"/>
            <a:ext cx="359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 err="1"/>
              <a:t>조사발생</a:t>
            </a:r>
            <a:r>
              <a:rPr lang="ko-KR" altLang="en-US" dirty="0"/>
              <a:t> 시 비용발생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4618" y="1681019"/>
            <a:ext cx="1036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①  </a:t>
            </a:r>
            <a:r>
              <a:rPr lang="ko-KR" altLang="en-US" dirty="0"/>
              <a:t>장례식장 비용 </a:t>
            </a:r>
            <a:r>
              <a:rPr lang="en-US" altLang="ko-KR" dirty="0"/>
              <a:t>: </a:t>
            </a:r>
            <a:r>
              <a:rPr lang="ko-KR" altLang="en-US" dirty="0" err="1"/>
              <a:t>빈소사용</a:t>
            </a:r>
            <a:r>
              <a:rPr lang="en-US" altLang="ko-KR" dirty="0"/>
              <a:t>, </a:t>
            </a:r>
            <a:r>
              <a:rPr lang="ko-KR" altLang="en-US" dirty="0" err="1"/>
              <a:t>고인안치</a:t>
            </a:r>
            <a:r>
              <a:rPr lang="en-US" altLang="ko-KR" dirty="0"/>
              <a:t>, </a:t>
            </a:r>
            <a:r>
              <a:rPr lang="ko-KR" altLang="en-US" dirty="0" err="1"/>
              <a:t>재단장식</a:t>
            </a:r>
            <a:r>
              <a:rPr lang="en-US" altLang="ko-KR" dirty="0"/>
              <a:t>, </a:t>
            </a:r>
            <a:r>
              <a:rPr lang="ko-KR" altLang="en-US" dirty="0"/>
              <a:t>조문객 식</a:t>
            </a:r>
            <a:r>
              <a:rPr lang="en-US" altLang="ko-KR" dirty="0"/>
              <a:t>,</a:t>
            </a:r>
            <a:r>
              <a:rPr lang="ko-KR" altLang="en-US" dirty="0"/>
              <a:t>음료 등 장례식에서 발생하는 제반 비용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circleNumDbPlain" startAt="2"/>
            </a:pPr>
            <a:r>
              <a:rPr lang="ko-KR" altLang="en-US" b="1" dirty="0"/>
              <a:t>상조서비스 </a:t>
            </a:r>
            <a:r>
              <a:rPr lang="en-US" altLang="ko-KR" b="1" dirty="0"/>
              <a:t>: </a:t>
            </a:r>
            <a:r>
              <a:rPr lang="ko-KR" altLang="en-US" b="1" dirty="0"/>
              <a:t>아래 참조 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circleNumDbPlain" startAt="2"/>
            </a:pPr>
            <a:r>
              <a:rPr lang="ko-KR" altLang="en-US" dirty="0" err="1"/>
              <a:t>화장비용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납골 안치를 위해 화장하는 경우 </a:t>
            </a:r>
            <a:r>
              <a:rPr lang="ko-KR" altLang="en-US" dirty="0" err="1"/>
              <a:t>화장비용</a:t>
            </a:r>
            <a:r>
              <a:rPr lang="ko-KR" altLang="en-US" dirty="0"/>
              <a:t> 발생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circleNumDbPlain" startAt="2"/>
            </a:pPr>
            <a:r>
              <a:rPr lang="ko-KR" altLang="en-US" dirty="0" err="1"/>
              <a:t>장지비용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납골당</a:t>
            </a:r>
            <a:r>
              <a:rPr lang="en-US" altLang="ko-KR" dirty="0"/>
              <a:t>, </a:t>
            </a:r>
            <a:r>
              <a:rPr lang="ko-KR" altLang="en-US" dirty="0"/>
              <a:t>공원묘지</a:t>
            </a:r>
            <a:r>
              <a:rPr lang="en-US" altLang="ko-KR" dirty="0"/>
              <a:t> </a:t>
            </a:r>
            <a:r>
              <a:rPr lang="ko-KR" altLang="en-US" dirty="0"/>
              <a:t>등 고인을 모시기 위한 임대 비용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264" y="3627069"/>
            <a:ext cx="359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상조 서비스란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7051" y="6342002"/>
            <a:ext cx="1067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→ 장례식장</a:t>
            </a:r>
            <a:r>
              <a:rPr lang="en-US" altLang="ko-KR" dirty="0"/>
              <a:t>, </a:t>
            </a:r>
            <a:r>
              <a:rPr lang="ko-KR" altLang="en-US" dirty="0"/>
              <a:t>화장</a:t>
            </a:r>
            <a:r>
              <a:rPr lang="en-US" altLang="ko-KR" dirty="0"/>
              <a:t>, </a:t>
            </a:r>
            <a:r>
              <a:rPr lang="ko-KR" altLang="en-US" dirty="0"/>
              <a:t>장지 비용을 제외한 </a:t>
            </a:r>
            <a:r>
              <a:rPr lang="ko-KR" altLang="en-US" b="1" dirty="0"/>
              <a:t>상조서비스 지원에 수반되는 모든 비용을 상품화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321158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1990725" y="839775"/>
            <a:ext cx="4038600" cy="3413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5412" tIns="62706" rIns="125412" bIns="62706" spcCol="0" rtlCol="0" anchor="ctr"/>
          <a:lstStyle/>
          <a:p>
            <a:pPr algn="ctr"/>
            <a:r>
              <a:rPr lang="ko-KR" altLang="en-US" sz="1200" b="1" dirty="0">
                <a:solidFill>
                  <a:srgbClr val="002060"/>
                </a:solidFill>
              </a:rPr>
              <a:t> 상            품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029325" y="839775"/>
            <a:ext cx="5419725" cy="3391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5412" tIns="62706" rIns="125412" bIns="62706" spcCol="0" rtlCol="0" anchor="ctr"/>
          <a:lstStyle/>
          <a:p>
            <a:pPr algn="ctr"/>
            <a:endParaRPr lang="en-US" altLang="ko-KR" sz="1200" b="1" dirty="0">
              <a:solidFill>
                <a:srgbClr val="002060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002060"/>
                </a:solidFill>
              </a:rPr>
              <a:t>표  준  형</a:t>
            </a:r>
            <a:r>
              <a:rPr lang="en-US" altLang="ko-KR" sz="1200" b="1" dirty="0">
                <a:solidFill>
                  <a:srgbClr val="002060"/>
                </a:solidFill>
              </a:rPr>
              <a:t> 280</a:t>
            </a:r>
            <a:r>
              <a:rPr lang="ko-KR" altLang="en-US" sz="1200" b="1" dirty="0">
                <a:solidFill>
                  <a:srgbClr val="002060"/>
                </a:solidFill>
              </a:rPr>
              <a:t>만원</a:t>
            </a:r>
            <a:endParaRPr lang="en-US" altLang="ko-KR" sz="1200" b="1" dirty="0">
              <a:solidFill>
                <a:srgbClr val="002060"/>
              </a:solidFill>
            </a:endParaRPr>
          </a:p>
          <a:p>
            <a:pPr algn="ctr"/>
            <a:endParaRPr lang="ko-KR" altLang="en-US" sz="1200" b="1" dirty="0">
              <a:solidFill>
                <a:srgbClr val="002060"/>
              </a:solidFill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930054"/>
              </p:ext>
            </p:extLst>
          </p:nvPr>
        </p:nvGraphicFramePr>
        <p:xfrm>
          <a:off x="1962150" y="1303436"/>
          <a:ext cx="9496424" cy="553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2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5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162560" marR="162560" marT="35997" marB="3599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용 품 및 서 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내 역</a:t>
                      </a:r>
                    </a:p>
                  </a:txBody>
                  <a:tcPr marL="162560" marR="162560" marT="35997" marB="3599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8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고인이송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/>
                        <a:t>     </a:t>
                      </a:r>
                      <a:r>
                        <a:rPr lang="ko-KR" altLang="en-US" sz="1000" dirty="0" err="1"/>
                        <a:t>앰블런스출동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관 내 무 </a:t>
                      </a:r>
                      <a:r>
                        <a:rPr lang="ko-KR" altLang="en-US" sz="1000" dirty="0" err="1"/>
                        <a:t>료</a:t>
                      </a:r>
                      <a:r>
                        <a:rPr lang="ko-KR" altLang="en-US" sz="1000" dirty="0"/>
                        <a:t> 제공</a:t>
                      </a:r>
                      <a:r>
                        <a:rPr lang="en-US" altLang="ko-KR" sz="1000" baseline="0" dirty="0"/>
                        <a:t> (</a:t>
                      </a:r>
                      <a:r>
                        <a:rPr lang="ko-KR" altLang="en-US" sz="1000" dirty="0"/>
                        <a:t>관외지역 이송 시 별도비용 실비청구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8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지도사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장례 </a:t>
                      </a:r>
                      <a:r>
                        <a:rPr lang="ko-KR" altLang="en-US" sz="1000" dirty="0" err="1"/>
                        <a:t>지도사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 err="1"/>
                        <a:t>시간이내</a:t>
                      </a:r>
                      <a:r>
                        <a:rPr lang="ko-KR" altLang="en-US" sz="1000" dirty="0"/>
                        <a:t> 출동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8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빈소용품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액자리본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방명록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위패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초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향</a:t>
                      </a:r>
                      <a:r>
                        <a:rPr lang="en-US" altLang="ko-KR" sz="1000" dirty="0"/>
                        <a:t>,  </a:t>
                      </a:r>
                      <a:r>
                        <a:rPr lang="ko-KR" altLang="en-US" sz="1000" dirty="0"/>
                        <a:t>혼백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촛대 등 제공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46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제단장식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재단 장식 및 헌화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국화송이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헌화 </a:t>
                      </a:r>
                      <a:r>
                        <a:rPr lang="en-US" altLang="ko-KR" sz="1000" dirty="0"/>
                        <a:t>50</a:t>
                      </a:r>
                      <a:r>
                        <a:rPr lang="ko-KR" altLang="en-US" sz="1000" dirty="0"/>
                        <a:t>송이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981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고인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dirty="0"/>
                        <a:t>용품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관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오동나무 규격관</a:t>
                      </a:r>
                      <a:endParaRPr lang="en-US" altLang="ko-KR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수의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고급 대마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100% </a:t>
                      </a:r>
                      <a:r>
                        <a:rPr lang="ko-KR" altLang="en-US" sz="1000" baseline="0" dirty="0" err="1"/>
                        <a:t>기계직</a:t>
                      </a:r>
                      <a:endParaRPr lang="en-US" altLang="ko-KR" sz="1000" baseline="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염습및</a:t>
                      </a:r>
                      <a:r>
                        <a:rPr lang="ko-KR" altLang="en-US" sz="1000" dirty="0"/>
                        <a:t> 입관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전문 </a:t>
                      </a:r>
                      <a:r>
                        <a:rPr lang="ko-KR" altLang="en-US" sz="1000" dirty="0" err="1"/>
                        <a:t>장례지도사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꽃렴</a:t>
                      </a:r>
                      <a:r>
                        <a:rPr lang="ko-KR" altLang="en-US" sz="1000" dirty="0"/>
                        <a:t> 또는 </a:t>
                      </a:r>
                      <a:r>
                        <a:rPr lang="ko-KR" altLang="en-US" sz="1000" dirty="0" err="1"/>
                        <a:t>궁중대렴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4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입관 용품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한지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탈지면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알코올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예단 등 제공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초석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보공</a:t>
                      </a:r>
                      <a:r>
                        <a:rPr lang="en-US" altLang="ko-KR" sz="1000" dirty="0"/>
                        <a:t>),</a:t>
                      </a:r>
                      <a:r>
                        <a:rPr lang="ko-KR" altLang="en-US" sz="1000" dirty="0"/>
                        <a:t>명정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관보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결관보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멧베</a:t>
                      </a:r>
                      <a:r>
                        <a:rPr lang="ko-KR" altLang="en-US" sz="1000" dirty="0"/>
                        <a:t> 등 제공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도우미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전문 장례도우미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(1</a:t>
                      </a:r>
                      <a:r>
                        <a:rPr lang="ko-KR" altLang="en-US" sz="1000" dirty="0"/>
                        <a:t>일</a:t>
                      </a:r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시간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54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상주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dirty="0"/>
                        <a:t>용품</a:t>
                      </a:r>
                      <a:endParaRPr lang="en-US" altLang="ko-KR" sz="1000" dirty="0"/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전통식</a:t>
                      </a:r>
                      <a:r>
                        <a:rPr lang="ko-KR" altLang="en-US" sz="1000" dirty="0"/>
                        <a:t> 굴건제복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수질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요질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행전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두건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리본완장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직 계 상 주 제공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7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남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여 현대식 상복</a:t>
                      </a:r>
                      <a:endParaRPr lang="en-US" altLang="ko-KR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남자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벌 제공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여자 필요수량 전부제공</a:t>
                      </a:r>
                      <a:r>
                        <a:rPr lang="en-US" altLang="ko-KR" sz="1000" dirty="0"/>
                        <a:t>(Y</a:t>
                      </a:r>
                      <a:r>
                        <a:rPr lang="ko-KR" altLang="en-US" sz="1000" dirty="0"/>
                        <a:t>셔츠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넥타이포함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리무진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운구전용 리무진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링컨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dirty="0"/>
                        <a:t>또는 </a:t>
                      </a:r>
                      <a:r>
                        <a:rPr lang="ko-KR" altLang="en-US" sz="1000" dirty="0" err="1"/>
                        <a:t>캐딜락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왕복</a:t>
                      </a:r>
                      <a:r>
                        <a:rPr lang="en-US" altLang="ko-KR" sz="1000" dirty="0"/>
                        <a:t>200Km </a:t>
                      </a:r>
                      <a:r>
                        <a:rPr lang="ko-KR" altLang="en-US" sz="1000" dirty="0"/>
                        <a:t>초과시 </a:t>
                      </a:r>
                      <a:r>
                        <a:rPr lang="en-US" altLang="ko-KR" sz="1000" dirty="0"/>
                        <a:t>Km</a:t>
                      </a:r>
                      <a:r>
                        <a:rPr lang="ko-KR" altLang="en-US" sz="1000" dirty="0"/>
                        <a:t>당 </a:t>
                      </a:r>
                      <a:r>
                        <a:rPr lang="en-US" altLang="ko-KR" sz="1000" dirty="0"/>
                        <a:t>3,000</a:t>
                      </a:r>
                      <a:r>
                        <a:rPr lang="ko-KR" altLang="en-US" sz="1000" dirty="0"/>
                        <a:t>원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화장시</a:t>
                      </a:r>
                      <a:r>
                        <a:rPr lang="ko-KR" altLang="en-US" sz="1000" dirty="0"/>
                        <a:t> 화장장까지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장의버스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45</a:t>
                      </a:r>
                      <a:r>
                        <a:rPr lang="ko-KR" altLang="en-US" sz="1000" dirty="0"/>
                        <a:t>인승 버스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왕복 </a:t>
                      </a:r>
                      <a:r>
                        <a:rPr lang="en-US" altLang="ko-KR" sz="1000" dirty="0"/>
                        <a:t>200Km </a:t>
                      </a:r>
                      <a:r>
                        <a:rPr lang="ko-KR" altLang="en-US" sz="1000" dirty="0"/>
                        <a:t>초과시 </a:t>
                      </a:r>
                      <a:r>
                        <a:rPr lang="en-US" altLang="ko-KR" sz="1000" dirty="0"/>
                        <a:t>Km</a:t>
                      </a:r>
                      <a:r>
                        <a:rPr lang="ko-KR" altLang="en-US" sz="1000" dirty="0"/>
                        <a:t>당</a:t>
                      </a:r>
                      <a:r>
                        <a:rPr lang="en-US" altLang="ko-KR" sz="1000" dirty="0"/>
                        <a:t>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5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행사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화장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매장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선도차량 띠</a:t>
                      </a:r>
                      <a:r>
                        <a:rPr lang="en-US" altLang="ko-KR" sz="1000" dirty="0"/>
                        <a:t>,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dirty="0"/>
                        <a:t>흰색장갑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운구용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algn="ctr" latinLnBrk="1"/>
                      <a:r>
                        <a:rPr lang="ko-KR" altLang="en-US" sz="1000" dirty="0" err="1"/>
                        <a:t>유골함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횡대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 공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화장시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고급유골함</a:t>
                      </a:r>
                      <a:r>
                        <a:rPr lang="ko-KR" altLang="en-US" sz="1000" dirty="0"/>
                        <a:t>  제공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매장시</a:t>
                      </a:r>
                      <a:r>
                        <a:rPr lang="ko-KR" altLang="en-US" sz="1000" dirty="0"/>
                        <a:t> 오동나무 횡대 제공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55956"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행정서비스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각종 행정절차 안내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공원묘지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 err="1"/>
                        <a:t>납골당등</a:t>
                      </a:r>
                      <a:r>
                        <a:rPr lang="ko-KR" altLang="en-US" sz="1000" baseline="0" dirty="0" err="1"/>
                        <a:t>장지안내</a:t>
                      </a:r>
                      <a:r>
                        <a:rPr lang="en-US" altLang="ko-KR" sz="1000" baseline="0" dirty="0"/>
                        <a:t>,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안내 및 대행</a:t>
                      </a:r>
                      <a:r>
                        <a:rPr lang="ko-KR" altLang="en-US" sz="1000" baseline="0" dirty="0"/>
                        <a:t>  서비스를 받으실 수 있습니다</a:t>
                      </a:r>
                      <a:r>
                        <a:rPr lang="en-US" altLang="ko-KR" sz="1000" baseline="0" dirty="0"/>
                        <a:t>.</a:t>
                      </a:r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56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기타                       </a:t>
                      </a:r>
                    </a:p>
                  </a:txBody>
                  <a:tcPr marL="162560" marR="162560" marT="35997" marB="3599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수의 </a:t>
                      </a:r>
                      <a:r>
                        <a:rPr lang="ko-KR" altLang="en-US" sz="1000" dirty="0" err="1"/>
                        <a:t>준비시</a:t>
                      </a:r>
                      <a:r>
                        <a:rPr lang="ko-KR" altLang="en-US" sz="1000" dirty="0"/>
                        <a:t> 도우미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또는 </a:t>
                      </a:r>
                      <a:r>
                        <a:rPr lang="ko-KR" altLang="en-US" sz="1000" baseline="0" dirty="0" err="1"/>
                        <a:t>꽃관보</a:t>
                      </a:r>
                      <a:r>
                        <a:rPr lang="ko-KR" altLang="en-US" sz="1000" baseline="0" dirty="0"/>
                        <a:t> 지원</a:t>
                      </a:r>
                      <a:endParaRPr lang="en-US" altLang="ko-KR" sz="1000" dirty="0"/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718413"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/>
                        <a:t>영정사진 제작비 및 규격초과로 인한 주문제작 관은 </a:t>
                      </a:r>
                      <a:r>
                        <a:rPr lang="ko-KR" altLang="en-US" sz="1000" dirty="0" err="1"/>
                        <a:t>상주측</a:t>
                      </a:r>
                      <a:r>
                        <a:rPr lang="ko-KR" altLang="en-US" sz="1000" dirty="0"/>
                        <a:t> 부담입니다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l" latinLnBrk="1"/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장례식장 시설사용료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재단장식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식대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제사상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등 기타 서비스 내역에 포함되지 않은 사항은 상주 측 부담입니다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l"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/>
                        <a:t>화장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또는 매장 시 발생하는 추가비용은 상주 측 부담입니다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l"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종합장례상품은 묶음 제공 되어지며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또 그로 인한 혜택을 드리므로 서비스의 미 이용으로 인한</a:t>
                      </a:r>
                      <a:r>
                        <a:rPr lang="en-US" altLang="ko-KR" sz="1000" baseline="0" dirty="0"/>
                        <a:t> </a:t>
                      </a:r>
                    </a:p>
                    <a:p>
                      <a:pPr algn="l" latinLnBrk="1"/>
                      <a:r>
                        <a:rPr lang="en-US" altLang="ko-KR" sz="1000" baseline="0" dirty="0"/>
                        <a:t>   </a:t>
                      </a:r>
                      <a:r>
                        <a:rPr lang="ko-KR" altLang="en-US" sz="1000" dirty="0"/>
                        <a:t>환불이 되지 않음을 양지하시기 바랍니다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marL="162560" marR="162560" marT="35997" marB="35997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9864" marR="99864" marT="53110" marB="531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553" y="809625"/>
            <a:ext cx="301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ko-KR" altLang="en-US" dirty="0"/>
              <a:t>     상품구성 </a:t>
            </a:r>
          </a:p>
        </p:txBody>
      </p:sp>
      <p:sp>
        <p:nvSpPr>
          <p:cNvPr id="16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534485" y="6834188"/>
            <a:ext cx="1795975" cy="365125"/>
          </a:xfrm>
        </p:spPr>
        <p:txBody>
          <a:bodyPr/>
          <a:lstStyle/>
          <a:p>
            <a:fld id="{366340FA-E6D7-40E5-9F09-3AEE4E94929B}" type="slidenum">
              <a:rPr lang="ko-KR" altLang="en-US" sz="1050" smtClean="0">
                <a:latin typeface="+mn-ea"/>
              </a:rPr>
              <a:pPr/>
              <a:t>15</a:t>
            </a:fld>
            <a:endParaRPr lang="ko-KR" altLang="en-US" sz="105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251984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534485" y="6834188"/>
            <a:ext cx="1795975" cy="365125"/>
          </a:xfrm>
        </p:spPr>
        <p:txBody>
          <a:bodyPr/>
          <a:lstStyle/>
          <a:p>
            <a:fld id="{366340FA-E6D7-40E5-9F09-3AEE4E94929B}" type="slidenum">
              <a:rPr lang="ko-KR" altLang="en-US" sz="1050" smtClean="0">
                <a:latin typeface="+mn-ea"/>
              </a:rPr>
              <a:pPr/>
              <a:t>16</a:t>
            </a:fld>
            <a:endParaRPr lang="ko-KR" altLang="en-US" sz="105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712" y="860910"/>
            <a:ext cx="239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상품 구성 비교표</a:t>
            </a:r>
            <a:endParaRPr lang="en-US" altLang="ko-KR" dirty="0"/>
          </a:p>
          <a:p>
            <a:r>
              <a:rPr lang="en-US" altLang="ko-KR" dirty="0"/>
              <a:t>     (</a:t>
            </a:r>
            <a:r>
              <a:rPr lang="ko-KR" altLang="en-US" dirty="0"/>
              <a:t>업체별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41440"/>
              </p:ext>
            </p:extLst>
          </p:nvPr>
        </p:nvGraphicFramePr>
        <p:xfrm>
          <a:off x="2495550" y="1016461"/>
          <a:ext cx="8926052" cy="5741989"/>
        </p:xfrm>
        <a:graphic>
          <a:graphicData uri="http://schemas.openxmlformats.org/drawingml/2006/table">
            <a:tbl>
              <a:tblPr/>
              <a:tblGrid>
                <a:gridCol w="75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3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㈜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가람퓨너럴상조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표준형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280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상품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보람상조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마이스터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35,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499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만원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부모사랑상조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(390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상품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현대종합상조 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프리드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늘정성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420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만원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장례지도사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일간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전문장례지도사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일간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전문장례지도사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일간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전문장례지도사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일간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전문장례지도사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전문도우미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4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명 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× 10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시간 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복지사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 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x8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시간파견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× 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시간 파견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명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x  8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시간 파견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염습상례사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조 진행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조 진행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조 진행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장례지도사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조 진행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엠블런스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관내무료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관내무료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관내무료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관내무료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장의버스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리무진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링컨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링컨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링컨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링컨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인승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왕복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300km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무료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수의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고급대마 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100% / </a:t>
                      </a:r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latin typeface="맑은 고딕"/>
                        </a:rPr>
                        <a:t>기계직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대마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아마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인견 혼용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저마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90%,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면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대마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50%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저마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50%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목관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입관용품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입관용품 일체제공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종이상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입관용품 일체제공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종이상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입관용품 일체제공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종이상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입관용품 일체제공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종이상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남자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검정양복 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벌 제공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셔츠</a:t>
                      </a:r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넥타이 포함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)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검정양복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 /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셔츠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넥타이 포함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검정양복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 /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셔츠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넥타이포함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검정양복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 /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셔츠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넥타이포함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굴건제복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FF000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FF0000"/>
                          </a:solidFill>
                          <a:latin typeface="맑은 고딕"/>
                        </a:rPr>
                        <a:t>필요수량 제공</a:t>
                      </a:r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굴건제복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직계제공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굴건제복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직계 제공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굴건제복 직계제공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여자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 전통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개량한복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필요수량 전부 제공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전통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개량한복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벌이내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전통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개량한복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벌이내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전통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개량한복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벌이내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제단지원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헌화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50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송이 제공 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생화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단또는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만원제단 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재단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만원 지원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헌화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송이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현금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만원 지원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39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빈소용품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빈소용품일체제공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부의록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양초 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빈소용품일체제공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빈소용품일체제공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빈소용품일체제공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유골홤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유골함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유골함 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화장지원금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만원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유골함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별매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특관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유골함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 중 선택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810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수의대체품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도우미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(2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명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×10</a:t>
                      </a:r>
                      <a:r>
                        <a:rPr lang="ko-KR" altLang="en-US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시간</a:t>
                      </a: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)</a:t>
                      </a:r>
                      <a:b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</a:b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latin typeface="맑은 고딕"/>
                        </a:rPr>
                        <a:t>or</a:t>
                      </a:r>
                    </a:p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FF0000"/>
                          </a:solidFill>
                          <a:latin typeface="맑은 고딕"/>
                        </a:rPr>
                        <a:t>꽃관보</a:t>
                      </a:r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꽃관보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제공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꽃관보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및 대마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염베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5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877" marR="5877" marT="58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5877" marR="5877" marT="58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17486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17</a:t>
            </a:fld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46528" y="1015658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 err="1"/>
              <a:t>일자별</a:t>
            </a:r>
            <a:r>
              <a:rPr lang="ko-KR" altLang="en-US" dirty="0"/>
              <a:t> 서비스 내역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317674" y="1852245"/>
            <a:ext cx="2339926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장례발생 접수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317674" y="2261381"/>
            <a:ext cx="2339926" cy="1095824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임종 직후 고객상담센터 접수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018666" y="1852245"/>
            <a:ext cx="2339926" cy="366932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장례발생 접수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018666" y="2261381"/>
            <a:ext cx="2339926" cy="1095824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자택사망시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앰블런스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출동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6719664" y="1852245"/>
            <a:ext cx="2339926" cy="352864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장례지도사</a:t>
            </a:r>
            <a:r>
              <a:rPr lang="ko-KR" altLang="en-US" sz="1600" dirty="0">
                <a:solidFill>
                  <a:schemeClr val="bg1"/>
                </a:solidFill>
              </a:rPr>
              <a:t> 출동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719664" y="2261381"/>
            <a:ext cx="2339926" cy="1095824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통보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시간이내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현장 도착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단체가입시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전임직원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SNS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9420657" y="1866313"/>
            <a:ext cx="2339926" cy="352864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장례일정 협의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9420657" y="2261381"/>
            <a:ext cx="2339926" cy="1095824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지역등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특성파악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협의 후 장례 용품 준비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장례복지사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도착</a:t>
            </a:r>
          </a:p>
        </p:txBody>
      </p:sp>
      <p:sp>
        <p:nvSpPr>
          <p:cNvPr id="62" name="AutoShape 1059"/>
          <p:cNvSpPr>
            <a:spLocks noChangeArrowheads="1"/>
          </p:cNvSpPr>
          <p:nvPr/>
        </p:nvSpPr>
        <p:spPr bwMode="auto">
          <a:xfrm>
            <a:off x="791308" y="1880380"/>
            <a:ext cx="381000" cy="1476825"/>
          </a:xfrm>
          <a:prstGeom prst="roundRect">
            <a:avLst>
              <a:gd name="adj" fmla="val 0"/>
            </a:avLst>
          </a:prstGeom>
          <a:solidFill>
            <a:schemeClr val="accent4">
              <a:lumMod val="75000"/>
              <a:alpha val="49019"/>
            </a:schemeClr>
          </a:solidFill>
          <a:ln w="9525">
            <a:solidFill>
              <a:schemeClr val="accent3">
                <a:lumMod val="50000"/>
              </a:schemeClr>
            </a:solidFill>
            <a:round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>
            <a:lvl1pPr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1pPr>
            <a:lvl2pPr marL="742950" indent="-28575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2pPr>
            <a:lvl3pPr marL="11430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3pPr>
            <a:lvl4pPr marL="16002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4pPr>
            <a:lvl5pPr marL="20574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9pPr>
          </a:lstStyle>
          <a:p>
            <a:pPr algn="ctr" eaLnBrk="1" latinLnBrk="1" hangingPunct="1"/>
            <a:r>
              <a:rPr lang="en-US" altLang="ko-KR" sz="1400" b="1" dirty="0">
                <a:solidFill>
                  <a:schemeClr val="bg1"/>
                </a:solidFill>
                <a:ea typeface="굴림" panose="020B0600000101010101" pitchFamily="50" charset="-127"/>
              </a:rPr>
              <a:t>1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일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차</a:t>
            </a:r>
          </a:p>
        </p:txBody>
      </p:sp>
      <p:sp>
        <p:nvSpPr>
          <p:cNvPr id="63" name="오른쪽 화살표 62"/>
          <p:cNvSpPr/>
          <p:nvPr/>
        </p:nvSpPr>
        <p:spPr>
          <a:xfrm>
            <a:off x="3699798" y="1880381"/>
            <a:ext cx="248534" cy="1351646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64" name="오른쪽 화살표 63"/>
          <p:cNvSpPr/>
          <p:nvPr/>
        </p:nvSpPr>
        <p:spPr>
          <a:xfrm>
            <a:off x="6400790" y="1880381"/>
            <a:ext cx="248534" cy="1351646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65" name="오른쪽 화살표 64"/>
          <p:cNvSpPr/>
          <p:nvPr/>
        </p:nvSpPr>
        <p:spPr>
          <a:xfrm>
            <a:off x="9097099" y="1880381"/>
            <a:ext cx="248534" cy="1351646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317674" y="3614018"/>
            <a:ext cx="3254327" cy="395068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입관식</a:t>
            </a:r>
            <a:r>
              <a:rPr lang="ko-KR" altLang="en-US" sz="1600" dirty="0">
                <a:solidFill>
                  <a:schemeClr val="bg1"/>
                </a:solidFill>
              </a:rPr>
              <a:t> 진행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317674" y="4051290"/>
            <a:ext cx="3254327" cy="105362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의전팀에서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입관식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진행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염과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습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진행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928367" y="3614018"/>
            <a:ext cx="3244965" cy="423204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발인일정 협의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화장</a:t>
            </a:r>
            <a:r>
              <a:rPr lang="en-US" altLang="ko-KR" sz="1600" dirty="0">
                <a:solidFill>
                  <a:schemeClr val="bg1"/>
                </a:solidFill>
              </a:rPr>
              <a:t>,</a:t>
            </a:r>
            <a:r>
              <a:rPr lang="ko-KR" altLang="en-US" sz="1600" dirty="0">
                <a:solidFill>
                  <a:schemeClr val="bg1"/>
                </a:solidFill>
              </a:rPr>
              <a:t>매장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928367" y="4065358"/>
            <a:ext cx="3244965" cy="105900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화장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매장 구분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관련 절차 협의 진행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8510946" y="3614018"/>
            <a:ext cx="3249649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기타 행정 업무 안내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8510946" y="4037222"/>
            <a:ext cx="3249649" cy="1067688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사망신고와 매장신고 안내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병원에서 사망진단서발급 </a:t>
            </a:r>
            <a:br>
              <a:rPr lang="ko-KR" altLang="en-US" sz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사설묘지 경우 묘지사용 승낙서 발급 </a:t>
            </a:r>
            <a:br>
              <a:rPr lang="ko-KR" altLang="en-US" sz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관할주소지 동사무소에 사망신고 안내 </a:t>
            </a:r>
          </a:p>
        </p:txBody>
      </p:sp>
      <p:sp>
        <p:nvSpPr>
          <p:cNvPr id="81" name="AutoShape 1059"/>
          <p:cNvSpPr>
            <a:spLocks noChangeArrowheads="1"/>
          </p:cNvSpPr>
          <p:nvPr/>
        </p:nvSpPr>
        <p:spPr bwMode="auto">
          <a:xfrm>
            <a:off x="791308" y="3628085"/>
            <a:ext cx="381000" cy="1476825"/>
          </a:xfrm>
          <a:prstGeom prst="roundRect">
            <a:avLst>
              <a:gd name="adj" fmla="val 0"/>
            </a:avLst>
          </a:prstGeom>
          <a:solidFill>
            <a:schemeClr val="accent4">
              <a:lumMod val="75000"/>
              <a:alpha val="49019"/>
            </a:schemeClr>
          </a:solidFill>
          <a:ln w="9525">
            <a:solidFill>
              <a:schemeClr val="accent3">
                <a:lumMod val="50000"/>
              </a:schemeClr>
            </a:solidFill>
            <a:round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>
            <a:lvl1pPr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1pPr>
            <a:lvl2pPr marL="742950" indent="-28575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2pPr>
            <a:lvl3pPr marL="11430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3pPr>
            <a:lvl4pPr marL="16002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4pPr>
            <a:lvl5pPr marL="20574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9pPr>
          </a:lstStyle>
          <a:p>
            <a:pPr algn="ctr" eaLnBrk="1" latinLnBrk="1" hangingPunct="1"/>
            <a:r>
              <a:rPr lang="en-US" altLang="ko-KR" sz="1400" b="1" dirty="0">
                <a:solidFill>
                  <a:schemeClr val="bg1"/>
                </a:solidFill>
                <a:ea typeface="굴림" panose="020B0600000101010101" pitchFamily="50" charset="-127"/>
              </a:rPr>
              <a:t>2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일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차</a:t>
            </a:r>
          </a:p>
        </p:txBody>
      </p:sp>
      <p:sp>
        <p:nvSpPr>
          <p:cNvPr id="82" name="오른쪽 화살표 81"/>
          <p:cNvSpPr/>
          <p:nvPr/>
        </p:nvSpPr>
        <p:spPr>
          <a:xfrm>
            <a:off x="4625917" y="3647533"/>
            <a:ext cx="248534" cy="1476825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83" name="오른쪽 화살표 82"/>
          <p:cNvSpPr/>
          <p:nvPr/>
        </p:nvSpPr>
        <p:spPr>
          <a:xfrm>
            <a:off x="8217872" y="3628085"/>
            <a:ext cx="248534" cy="1476825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317662" y="5220461"/>
            <a:ext cx="3254327" cy="395068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발인제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영결식 진행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317662" y="5657733"/>
            <a:ext cx="3254327" cy="105362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장례지도사와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장례식장 협의 진행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장례지도사는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발인제 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운구식까지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진행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4928355" y="5220461"/>
            <a:ext cx="3244965" cy="423204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운구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928355" y="5671801"/>
            <a:ext cx="3244965" cy="105900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캐딜락급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리무진 차량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장지로 고인 운구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상주측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가족들은 버스로 이동 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8510934" y="5220461"/>
            <a:ext cx="3249649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해피콜서비스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8510934" y="5643665"/>
            <a:ext cx="3249649" cy="1067688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해피콜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및 기타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A/S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진행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관련 영수증 발행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정산</a:t>
            </a:r>
          </a:p>
        </p:txBody>
      </p:sp>
      <p:sp>
        <p:nvSpPr>
          <p:cNvPr id="90" name="AutoShape 1059"/>
          <p:cNvSpPr>
            <a:spLocks noChangeArrowheads="1"/>
          </p:cNvSpPr>
          <p:nvPr/>
        </p:nvSpPr>
        <p:spPr bwMode="auto">
          <a:xfrm>
            <a:off x="791296" y="5234528"/>
            <a:ext cx="381000" cy="1476825"/>
          </a:xfrm>
          <a:prstGeom prst="roundRect">
            <a:avLst>
              <a:gd name="adj" fmla="val 0"/>
            </a:avLst>
          </a:prstGeom>
          <a:solidFill>
            <a:schemeClr val="accent4">
              <a:lumMod val="75000"/>
              <a:alpha val="49019"/>
            </a:schemeClr>
          </a:solidFill>
          <a:ln w="9525">
            <a:solidFill>
              <a:schemeClr val="accent3">
                <a:lumMod val="50000"/>
              </a:schemeClr>
            </a:solidFill>
            <a:round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>
            <a:lvl1pPr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1pPr>
            <a:lvl2pPr marL="742950" indent="-28575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2pPr>
            <a:lvl3pPr marL="11430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3pPr>
            <a:lvl4pPr marL="16002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4pPr>
            <a:lvl5pPr marL="2057400" indent="-22860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한컴바탕" pitchFamily="18" charset="-127"/>
              </a:defRPr>
            </a:lvl9pPr>
          </a:lstStyle>
          <a:p>
            <a:pPr algn="ctr" eaLnBrk="1" latinLnBrk="1" hangingPunct="1"/>
            <a:r>
              <a:rPr lang="en-US" altLang="ko-KR" sz="1400" b="1" dirty="0">
                <a:solidFill>
                  <a:schemeClr val="bg1"/>
                </a:solidFill>
                <a:ea typeface="굴림" panose="020B0600000101010101" pitchFamily="50" charset="-127"/>
              </a:rPr>
              <a:t>3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일</a:t>
            </a:r>
          </a:p>
          <a:p>
            <a:pPr algn="ctr" eaLnBrk="1" latinLnBrk="1" hangingPunct="1"/>
            <a:r>
              <a:rPr lang="ko-KR" altLang="en-US" sz="1400" b="1" dirty="0">
                <a:solidFill>
                  <a:schemeClr val="bg1"/>
                </a:solidFill>
                <a:ea typeface="굴림" panose="020B0600000101010101" pitchFamily="50" charset="-127"/>
              </a:rPr>
              <a:t>차</a:t>
            </a:r>
          </a:p>
        </p:txBody>
      </p:sp>
      <p:sp>
        <p:nvSpPr>
          <p:cNvPr id="91" name="오른쪽 화살표 90"/>
          <p:cNvSpPr/>
          <p:nvPr/>
        </p:nvSpPr>
        <p:spPr>
          <a:xfrm>
            <a:off x="4625905" y="5253976"/>
            <a:ext cx="248534" cy="1476825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92" name="오른쪽 화살표 91"/>
          <p:cNvSpPr/>
          <p:nvPr/>
        </p:nvSpPr>
        <p:spPr>
          <a:xfrm>
            <a:off x="8217860" y="5234528"/>
            <a:ext cx="248534" cy="1476825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2760910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18</a:t>
            </a:fld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1392701" y="1631934"/>
            <a:ext cx="9439421" cy="485327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후불식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상조서비스 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타 상조회사와 달리 장례예식 후 비용을 지불하는 후불방식으로 안심하고 이용 하실 수 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fontAlgn="t">
              <a:spcBef>
                <a:spcPct val="20000"/>
              </a:spcBef>
              <a:buSzPct val="90000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장례용품 및 만족스런 서비스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상조회사와 달리 모집수당이 없으므로 장례용품의 품질이 좋고  서비스에 만족 하십니다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  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400" b="1" dirty="0">
              <a:solidFill>
                <a:schemeClr val="accent2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장례비용 절감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전국 장례식장 정보와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장묘시설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정보를 통하여 많은 비용을 절감할 수 있으며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불필요한 지출이 없음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웃돈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팁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 </a:t>
            </a: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매장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납골묘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수목장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납골당등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장지 알선 서비스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       전국 공원묘지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수목장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납골당등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제휴를 통하여 정확한 정보를 가족 분께 제공하여 현명한 선택을 할 수 있게             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도움을 드리는 서비스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무료 장례컨설팅 서비스 제공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고객의 경제상황에 가장 적합한 장례서비스를  무료로 설계하여 제공합니다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fontAlgn="t">
              <a:spcBef>
                <a:spcPct val="20000"/>
              </a:spcBef>
              <a:buSzPct val="90000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전국 어디서나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시간이내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긴급출동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전국 어디서나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시간이내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장례지도사가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출동하여 최고 수준의 장례서비스를 제공합니다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3642" y="1001165"/>
            <a:ext cx="301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당사 서비스 장점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2811111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49451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000" smtClean="0">
                <a:latin typeface="+mn-ea"/>
              </a:rPr>
              <a:pPr algn="ctr"/>
              <a:t>19</a:t>
            </a:fld>
            <a:endParaRPr lang="ko-KR" altLang="en-US" sz="1000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7347" y="98944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3) </a:t>
            </a:r>
            <a:r>
              <a:rPr lang="ko-KR" altLang="en-US" sz="2000" dirty="0"/>
              <a:t>서비스 차별성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881869" y="1580860"/>
            <a:ext cx="2044211" cy="19446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  <a:latin typeface="+mn-ea"/>
              </a:rPr>
              <a:t>태생적차이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881869" y="3661218"/>
            <a:ext cx="2044211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+mn-ea"/>
              </a:rPr>
              <a:t>저비용구조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080825" y="1580860"/>
            <a:ext cx="8299938" cy="196296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사업출발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기업 복지 만족 프로그램의 일환으로 기존 고객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사들의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서비스 요구에 의해 사업출발 </a:t>
            </a: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직영서비스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기존 상조회사가 가지는 서비스에 대한 불신을 직영서비스를 통하여 해결함</a:t>
            </a: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책임감 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: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기업복지로 정착된 회사의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서비스인만큼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서비스의 불만이 회사 전체사업에 대한 이미지로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  전달되는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리스크를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가지고 있음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      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상조만으로 사업을 하는 기존 상조회사들과는 다른 강한 책임감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3088055" y="3661218"/>
            <a:ext cx="8292708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별도 영업조직이 없어 영업수당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관리비용이 없으며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판매금액 전체가 서비스의 질 향상에 투입됨</a:t>
            </a:r>
          </a:p>
        </p:txBody>
      </p:sp>
      <p:sp>
        <p:nvSpPr>
          <p:cNvPr id="9" name="직사각형 8"/>
          <p:cNvSpPr/>
          <p:nvPr/>
        </p:nvSpPr>
        <p:spPr bwMode="auto">
          <a:xfrm>
            <a:off x="874639" y="4633124"/>
            <a:ext cx="2044211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+mn-ea"/>
              </a:rPr>
              <a:t>검증된 서비스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080825" y="4633124"/>
            <a:ext cx="8299938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국내 주요 기업들의 임직원들에게 서비스 제공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행사 경험 고객들이 높은 만족도를 표시함</a:t>
            </a:r>
          </a:p>
        </p:txBody>
      </p:sp>
      <p:sp>
        <p:nvSpPr>
          <p:cNvPr id="11" name="직사각형 10"/>
          <p:cNvSpPr/>
          <p:nvPr/>
        </p:nvSpPr>
        <p:spPr bwMode="auto">
          <a:xfrm>
            <a:off x="874639" y="5605030"/>
            <a:ext cx="2044211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+mn-ea"/>
              </a:rPr>
              <a:t>B2B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서비스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3080825" y="5605030"/>
            <a:ext cx="8299938" cy="85451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사회적으로 문제가 된 해약환급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선납과는 다른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B2B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계약에 의한 행사</a:t>
            </a:r>
          </a:p>
          <a:p>
            <a:pPr fontAlgn="t">
              <a:lnSpc>
                <a:spcPct val="120000"/>
              </a:lnSpc>
              <a:spcBef>
                <a:spcPct val="30000"/>
              </a:spcBef>
              <a:buSzPct val="90000"/>
              <a:buFont typeface="Wingdings 2" panose="05020102010507070707" pitchFamily="18" charset="2"/>
              <a:buChar char="¡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해약환급금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및 선납관련 문제 발생의 사유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Ⅲ. </a:t>
            </a:r>
            <a:r>
              <a:rPr lang="ko-KR" altLang="en-US" sz="2400" dirty="0"/>
              <a:t>제안사항 </a:t>
            </a:r>
          </a:p>
        </p:txBody>
      </p:sp>
    </p:spTree>
    <p:extLst>
      <p:ext uri="{BB962C8B-B14F-4D97-AF65-F5344CB8AC3E}">
        <p14:creationId xmlns:p14="http://schemas.microsoft.com/office/powerpoint/2010/main" val="606769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53730" y="6850571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20</a:t>
            </a:fld>
            <a:endParaRPr lang="ko-KR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090" y="38665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2090" y="265493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2090" y="1466215"/>
            <a:ext cx="38195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5390289" y="1257982"/>
            <a:ext cx="5966460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Ⅰ. </a:t>
            </a:r>
            <a:r>
              <a:rPr lang="ko-KR" altLang="en-US" sz="2000" b="1" dirty="0" err="1">
                <a:solidFill>
                  <a:schemeClr val="bg2"/>
                </a:solidFill>
                <a:latin typeface="+mj-ea"/>
                <a:ea typeface="+mj-ea"/>
              </a:rPr>
              <a:t>제안사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 소개 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회사개요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회사연혁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조직도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4)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사업영역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5)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서비스제공 실적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Ⅱ.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  <a:ea typeface="+mj-ea"/>
              </a:rPr>
              <a:t>제안개요</a:t>
            </a:r>
            <a:r>
              <a:rPr lang="en-US" altLang="ko-KR" sz="2000" dirty="0">
                <a:solidFill>
                  <a:schemeClr val="bg2"/>
                </a:solidFill>
                <a:latin typeface="+mj-ea"/>
                <a:ea typeface="+mj-ea"/>
              </a:rPr>
              <a:t>----------------------------------------</a:t>
            </a: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1)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제안목적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제안의 특장점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3)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기대효과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                                 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2000" b="1" dirty="0">
                <a:solidFill>
                  <a:schemeClr val="bg2"/>
                </a:solidFill>
                <a:latin typeface="+mj-ea"/>
                <a:ea typeface="+mj-ea"/>
              </a:rPr>
              <a:t>Ⅲ. </a:t>
            </a:r>
            <a:r>
              <a:rPr lang="ko-KR" altLang="en-US" sz="2000" b="1" dirty="0">
                <a:solidFill>
                  <a:schemeClr val="bg2"/>
                </a:solidFill>
                <a:latin typeface="+mj-ea"/>
              </a:rPr>
              <a:t>제안사항</a:t>
            </a:r>
            <a:r>
              <a:rPr lang="en-US" altLang="ko-KR" sz="2000" dirty="0">
                <a:solidFill>
                  <a:schemeClr val="bg2"/>
                </a:solidFill>
                <a:latin typeface="+mj-ea"/>
              </a:rPr>
              <a:t>----------------------------------------</a:t>
            </a:r>
            <a:endParaRPr lang="ko-KR" altLang="en-US" sz="2000" dirty="0">
              <a:solidFill>
                <a:schemeClr val="bg2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상조서비스 소개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2)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제안 내용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                              </a:t>
            </a:r>
            <a:r>
              <a:rPr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3) </a:t>
            </a:r>
            <a:r>
              <a:rPr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서비스차별성</a:t>
            </a:r>
            <a:endParaRPr lang="en-US" altLang="ko-KR" sz="1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/>
            <a:endParaRPr lang="en-US" altLang="ko-KR" sz="1400" b="1" dirty="0">
              <a:solidFill>
                <a:schemeClr val="bg2"/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tx1"/>
                </a:solidFill>
                <a:latin typeface="+mj-ea"/>
              </a:rPr>
              <a:t>Ⅳ.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</a:rPr>
              <a:t>업무수행방안</a:t>
            </a:r>
            <a:r>
              <a:rPr lang="en-US" altLang="ko-KR" sz="2000" dirty="0">
                <a:solidFill>
                  <a:schemeClr val="tx1"/>
                </a:solidFill>
                <a:latin typeface="+mj-ea"/>
              </a:rPr>
              <a:t>-----------------------------------</a:t>
            </a: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1)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업무 프로세스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                                 2)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전국 네트워크</a:t>
            </a:r>
            <a:endParaRPr lang="en-US" altLang="ko-KR" sz="1400" dirty="0">
              <a:solidFill>
                <a:schemeClr val="tx1"/>
              </a:solidFill>
              <a:latin typeface="+mj-ea"/>
            </a:endParaRPr>
          </a:p>
          <a:p>
            <a:pPr marL="342900" indent="-342900"/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                                 </a:t>
            </a:r>
            <a:r>
              <a:rPr lang="en-US" altLang="ko-KR" sz="1400" dirty="0">
                <a:solidFill>
                  <a:schemeClr val="tx1"/>
                </a:solidFill>
                <a:latin typeface="+mj-ea"/>
              </a:rPr>
              <a:t>3)</a:t>
            </a:r>
            <a:r>
              <a:rPr lang="ko-KR" altLang="en-US" sz="1400" dirty="0">
                <a:solidFill>
                  <a:schemeClr val="tx1"/>
                </a:solidFill>
                <a:latin typeface="+mj-ea"/>
              </a:rPr>
              <a:t>민원처리 및 유지보수시스템</a:t>
            </a:r>
            <a:endParaRPr lang="ko-KR" altLang="en-US" sz="14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4221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직선 화살표 연결선 52"/>
          <p:cNvCxnSpPr>
            <a:endCxn id="51" idx="0"/>
          </p:cNvCxnSpPr>
          <p:nvPr/>
        </p:nvCxnSpPr>
        <p:spPr>
          <a:xfrm>
            <a:off x="10728960" y="3642360"/>
            <a:ext cx="15240" cy="670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1783080" y="2484120"/>
            <a:ext cx="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5455920" y="1508760"/>
            <a:ext cx="6416040" cy="2362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21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en-US" altLang="ko-KR" sz="2400" dirty="0"/>
              <a:t>. </a:t>
            </a:r>
            <a:r>
              <a:rPr lang="ko-KR" altLang="en-US" sz="2400" dirty="0"/>
              <a:t>업무수행 방안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347" y="84876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1) </a:t>
            </a:r>
            <a:r>
              <a:rPr lang="ko-KR" altLang="en-US" sz="2000" dirty="0"/>
              <a:t>업무 프로세스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1799" y="1526604"/>
            <a:ext cx="2057401" cy="1018476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34" name="직사각형 33"/>
          <p:cNvSpPr/>
          <p:nvPr/>
        </p:nvSpPr>
        <p:spPr>
          <a:xfrm>
            <a:off x="5593080" y="1600200"/>
            <a:ext cx="1264920" cy="1082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서울</a:t>
            </a:r>
            <a:r>
              <a:rPr lang="en-US" altLang="ko-KR" sz="1600" dirty="0">
                <a:solidFill>
                  <a:schemeClr val="tx1"/>
                </a:solidFill>
              </a:rPr>
              <a:t>,</a:t>
            </a:r>
            <a:r>
              <a:rPr lang="ko-KR" altLang="en-US" sz="1600" dirty="0">
                <a:solidFill>
                  <a:schemeClr val="tx1"/>
                </a:solidFill>
              </a:rPr>
              <a:t>수도권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5593080" y="2743200"/>
            <a:ext cx="1264920" cy="1082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기타지역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전국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351520" y="1584960"/>
            <a:ext cx="3383280" cy="1082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상조팀</a:t>
            </a:r>
            <a:r>
              <a:rPr lang="ko-KR" altLang="en-US" sz="1100" dirty="0">
                <a:solidFill>
                  <a:schemeClr val="tx1"/>
                </a:solidFill>
              </a:rPr>
              <a:t> 출동 </a:t>
            </a:r>
            <a:r>
              <a:rPr lang="en-US" altLang="ko-KR" sz="1100" dirty="0">
                <a:solidFill>
                  <a:schemeClr val="tx1"/>
                </a:solidFill>
              </a:rPr>
              <a:t>-&gt; </a:t>
            </a:r>
            <a:r>
              <a:rPr lang="ko-KR" altLang="en-US" sz="1100" dirty="0">
                <a:solidFill>
                  <a:schemeClr val="tx1"/>
                </a:solidFill>
              </a:rPr>
              <a:t>현장컨설팅가능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altLang="ko-KR" sz="1100" dirty="0">
                <a:solidFill>
                  <a:schemeClr val="tx1"/>
                </a:solidFill>
              </a:rPr>
              <a:t>24</a:t>
            </a:r>
            <a:r>
              <a:rPr lang="ko-KR" altLang="en-US" sz="1100" dirty="0">
                <a:solidFill>
                  <a:schemeClr val="tx1"/>
                </a:solidFill>
              </a:rPr>
              <a:t>시간대기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지역에 따라 </a:t>
            </a:r>
            <a:r>
              <a:rPr lang="en-US" altLang="ko-KR" sz="1100" dirty="0">
                <a:solidFill>
                  <a:schemeClr val="tx1"/>
                </a:solidFill>
              </a:rPr>
              <a:t>1 ~ 2</a:t>
            </a:r>
            <a:r>
              <a:rPr lang="ko-KR" altLang="en-US" sz="1100" dirty="0">
                <a:solidFill>
                  <a:schemeClr val="tx1"/>
                </a:solidFill>
              </a:rPr>
              <a:t>시간 안에 현장도착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336280" y="2727960"/>
            <a:ext cx="3398520" cy="106680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지사 </a:t>
            </a:r>
            <a:r>
              <a:rPr lang="ko-KR" altLang="en-US" sz="1100" dirty="0" err="1">
                <a:solidFill>
                  <a:schemeClr val="tx1"/>
                </a:solidFill>
              </a:rPr>
              <a:t>상조팀</a:t>
            </a:r>
            <a:r>
              <a:rPr lang="ko-KR" altLang="en-US" sz="1100" dirty="0">
                <a:solidFill>
                  <a:schemeClr val="tx1"/>
                </a:solidFill>
              </a:rPr>
              <a:t> 출동 </a:t>
            </a:r>
            <a:r>
              <a:rPr lang="en-US" altLang="ko-KR" sz="1100" dirty="0">
                <a:solidFill>
                  <a:schemeClr val="tx1"/>
                </a:solidFill>
              </a:rPr>
              <a:t>-&gt; </a:t>
            </a:r>
            <a:r>
              <a:rPr lang="ko-KR" altLang="en-US" sz="1100" dirty="0">
                <a:solidFill>
                  <a:schemeClr val="tx1"/>
                </a:solidFill>
              </a:rPr>
              <a:t>현장컨설팅가능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altLang="ko-KR" sz="1100" dirty="0">
                <a:solidFill>
                  <a:schemeClr val="tx1"/>
                </a:solidFill>
              </a:rPr>
              <a:t>24</a:t>
            </a:r>
            <a:r>
              <a:rPr lang="ko-KR" altLang="en-US" sz="1100" dirty="0">
                <a:solidFill>
                  <a:schemeClr val="tx1"/>
                </a:solidFill>
              </a:rPr>
              <a:t>시간대기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지역에 따라 </a:t>
            </a:r>
            <a:r>
              <a:rPr lang="en-US" altLang="ko-KR" sz="1100" dirty="0">
                <a:solidFill>
                  <a:schemeClr val="tx1"/>
                </a:solidFill>
              </a:rPr>
              <a:t>1 ~ 2</a:t>
            </a:r>
            <a:r>
              <a:rPr lang="ko-KR" altLang="en-US" sz="1100" dirty="0">
                <a:solidFill>
                  <a:schemeClr val="tx1"/>
                </a:solidFill>
              </a:rPr>
              <a:t>시간 안에 현장도착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7010400" y="1584960"/>
            <a:ext cx="1264920" cy="1082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본사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상조팀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010400" y="2727960"/>
            <a:ext cx="1264920" cy="1082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지사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상조팀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339840" y="4328160"/>
            <a:ext cx="2727960" cy="350520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장례식장 섭외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339840" y="4709160"/>
            <a:ext cx="2727960" cy="701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유가족이 원하는 장례식장 섭외  및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</a:t>
            </a:r>
            <a:r>
              <a:rPr lang="ko-KR" altLang="en-US" sz="1100" dirty="0">
                <a:solidFill>
                  <a:schemeClr val="tx1"/>
                </a:solidFill>
              </a:rPr>
              <a:t>고인 운구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02280" y="4328160"/>
            <a:ext cx="2727960" cy="350520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현장 컨설팅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3002280" y="4709160"/>
            <a:ext cx="2727960" cy="701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유가족의 상황에 맞는 장례 컨설팅 제공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646920" y="4312920"/>
            <a:ext cx="2194560" cy="10972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앰블런스</a:t>
            </a:r>
            <a:r>
              <a:rPr lang="ko-KR" altLang="en-US" sz="1600" dirty="0">
                <a:solidFill>
                  <a:schemeClr val="tx1"/>
                </a:solidFill>
              </a:rPr>
              <a:t> 출동 및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행사 팀장 현장 도착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/>
          <p:cNvCxnSpPr>
            <a:stCxn id="51" idx="1"/>
          </p:cNvCxnSpPr>
          <p:nvPr/>
        </p:nvCxnSpPr>
        <p:spPr>
          <a:xfrm flipH="1">
            <a:off x="9098280" y="4861560"/>
            <a:ext cx="548640" cy="15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H="1">
            <a:off x="5791200" y="4846320"/>
            <a:ext cx="548640" cy="15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설명선 2 78"/>
          <p:cNvSpPr/>
          <p:nvPr/>
        </p:nvSpPr>
        <p:spPr>
          <a:xfrm>
            <a:off x="2912310" y="5589270"/>
            <a:ext cx="4236720" cy="381000"/>
          </a:xfrm>
          <a:prstGeom prst="borderCallout2">
            <a:avLst>
              <a:gd name="adj1" fmla="val 46023"/>
              <a:gd name="adj2" fmla="val -479"/>
              <a:gd name="adj3" fmla="val -79068"/>
              <a:gd name="adj4" fmla="val -16918"/>
              <a:gd name="adj5" fmla="val -196955"/>
              <a:gd name="adj6" fmla="val -428"/>
            </a:avLst>
          </a:prstGeom>
          <a:ln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장례 일정 및 정산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2920075" y="6010275"/>
            <a:ext cx="4221480" cy="70104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일장 </a:t>
            </a:r>
            <a:r>
              <a:rPr lang="en-US" altLang="ko-KR" sz="1100" dirty="0">
                <a:solidFill>
                  <a:schemeClr val="tx1"/>
                </a:solidFill>
              </a:rPr>
              <a:t>~5</a:t>
            </a:r>
            <a:r>
              <a:rPr lang="ko-KR" altLang="en-US" sz="1100" dirty="0">
                <a:solidFill>
                  <a:schemeClr val="tx1"/>
                </a:solidFill>
              </a:rPr>
              <a:t>일장 장례 진행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각 </a:t>
            </a:r>
            <a:r>
              <a:rPr lang="ko-KR" altLang="en-US" sz="1100" dirty="0" err="1">
                <a:solidFill>
                  <a:schemeClr val="tx1"/>
                </a:solidFill>
              </a:rPr>
              <a:t>일자별</a:t>
            </a:r>
            <a:r>
              <a:rPr lang="ko-KR" altLang="en-US" sz="1100" dirty="0">
                <a:solidFill>
                  <a:schemeClr val="tx1"/>
                </a:solidFill>
              </a:rPr>
              <a:t> 장례절차에 따라 장례식 진행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/>
                </a:solidFill>
              </a:rPr>
              <a:t>모든 장례가 </a:t>
            </a:r>
            <a:r>
              <a:rPr lang="ko-KR" altLang="en-US" sz="1100" dirty="0" err="1">
                <a:solidFill>
                  <a:schemeClr val="tx1"/>
                </a:solidFill>
              </a:rPr>
              <a:t>끝난후</a:t>
            </a:r>
            <a:r>
              <a:rPr lang="ko-KR" altLang="en-US" sz="1100" dirty="0">
                <a:solidFill>
                  <a:schemeClr val="tx1"/>
                </a:solidFill>
              </a:rPr>
              <a:t> 마지막 </a:t>
            </a:r>
            <a:r>
              <a:rPr lang="ko-KR" altLang="en-US" sz="1100" dirty="0" err="1">
                <a:solidFill>
                  <a:schemeClr val="tx1"/>
                </a:solidFill>
              </a:rPr>
              <a:t>발인전</a:t>
            </a:r>
            <a:r>
              <a:rPr lang="ko-KR" altLang="en-US" sz="1100" dirty="0">
                <a:solidFill>
                  <a:schemeClr val="tx1"/>
                </a:solidFill>
              </a:rPr>
              <a:t> 비용 정산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000374" y="2758440"/>
            <a:ext cx="2025015" cy="86106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tx1"/>
                </a:solidFill>
              </a:rPr>
              <a:t>콜센타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(24</a:t>
            </a:r>
            <a:r>
              <a:rPr lang="ko-KR" altLang="en-US" sz="1600" b="1" dirty="0">
                <a:solidFill>
                  <a:schemeClr val="tx1"/>
                </a:solidFill>
              </a:rPr>
              <a:t>시간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1670-4431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1783080" y="3017520"/>
            <a:ext cx="12039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오른쪽 화살표 95"/>
          <p:cNvSpPr/>
          <p:nvPr/>
        </p:nvSpPr>
        <p:spPr>
          <a:xfrm>
            <a:off x="2514600" y="1539239"/>
            <a:ext cx="381000" cy="991747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latin typeface="+mn-ea"/>
              </a:rPr>
              <a:t>통보</a:t>
            </a:r>
          </a:p>
        </p:txBody>
      </p:sp>
      <p:sp>
        <p:nvSpPr>
          <p:cNvPr id="97" name="오른쪽 화살표 96"/>
          <p:cNvSpPr/>
          <p:nvPr/>
        </p:nvSpPr>
        <p:spPr>
          <a:xfrm>
            <a:off x="5059680" y="1539239"/>
            <a:ext cx="381000" cy="991747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latin typeface="+mn-ea"/>
              </a:rPr>
              <a:t>접수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992473" y="1607127"/>
            <a:ext cx="1325329" cy="735676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기업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25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직사각형 306"/>
          <p:cNvSpPr/>
          <p:nvPr/>
        </p:nvSpPr>
        <p:spPr>
          <a:xfrm>
            <a:off x="8557404" y="3036498"/>
            <a:ext cx="3140015" cy="305375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en-US" altLang="ko-KR" sz="2400" dirty="0"/>
              <a:t>. </a:t>
            </a:r>
            <a:r>
              <a:rPr lang="ko-KR" altLang="en-US" sz="2400" dirty="0"/>
              <a:t>업무수행 방안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347" y="848765"/>
            <a:ext cx="3012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2) </a:t>
            </a:r>
            <a:r>
              <a:rPr lang="ko-KR" altLang="en-US" sz="2000" dirty="0"/>
              <a:t>전국  네트워크</a:t>
            </a:r>
          </a:p>
        </p:txBody>
      </p:sp>
      <p:grpSp>
        <p:nvGrpSpPr>
          <p:cNvPr id="230" name="그룹 151"/>
          <p:cNvGrpSpPr>
            <a:grpSpLocks/>
          </p:cNvGrpSpPr>
          <p:nvPr/>
        </p:nvGrpSpPr>
        <p:grpSpPr bwMode="auto">
          <a:xfrm>
            <a:off x="1610147" y="1457325"/>
            <a:ext cx="4181053" cy="5400675"/>
            <a:chOff x="4911725" y="1074738"/>
            <a:chExt cx="3517900" cy="5645150"/>
          </a:xfrm>
        </p:grpSpPr>
        <p:sp>
          <p:nvSpPr>
            <p:cNvPr id="231" name="Freeform 58"/>
            <p:cNvSpPr>
              <a:spLocks/>
            </p:cNvSpPr>
            <p:nvPr/>
          </p:nvSpPr>
          <p:spPr bwMode="auto">
            <a:xfrm>
              <a:off x="4938713" y="4524375"/>
              <a:ext cx="1900237" cy="1595438"/>
            </a:xfrm>
            <a:custGeom>
              <a:avLst/>
              <a:gdLst>
                <a:gd name="T0" fmla="*/ 2147483647 w 1345"/>
                <a:gd name="T1" fmla="*/ 2147483647 h 1128"/>
                <a:gd name="T2" fmla="*/ 2147483647 w 1345"/>
                <a:gd name="T3" fmla="*/ 2147483647 h 1128"/>
                <a:gd name="T4" fmla="*/ 2147483647 w 1345"/>
                <a:gd name="T5" fmla="*/ 2147483647 h 1128"/>
                <a:gd name="T6" fmla="*/ 2147483647 w 1345"/>
                <a:gd name="T7" fmla="*/ 2147483647 h 1128"/>
                <a:gd name="T8" fmla="*/ 2147483647 w 1345"/>
                <a:gd name="T9" fmla="*/ 2147483647 h 1128"/>
                <a:gd name="T10" fmla="*/ 2147483647 w 1345"/>
                <a:gd name="T11" fmla="*/ 2147483647 h 1128"/>
                <a:gd name="T12" fmla="*/ 2147483647 w 1345"/>
                <a:gd name="T13" fmla="*/ 2147483647 h 1128"/>
                <a:gd name="T14" fmla="*/ 2147483647 w 1345"/>
                <a:gd name="T15" fmla="*/ 2147483647 h 1128"/>
                <a:gd name="T16" fmla="*/ 2147483647 w 1345"/>
                <a:gd name="T17" fmla="*/ 2147483647 h 1128"/>
                <a:gd name="T18" fmla="*/ 2147483647 w 1345"/>
                <a:gd name="T19" fmla="*/ 2147483647 h 1128"/>
                <a:gd name="T20" fmla="*/ 2147483647 w 1345"/>
                <a:gd name="T21" fmla="*/ 2147483647 h 1128"/>
                <a:gd name="T22" fmla="*/ 2147483647 w 1345"/>
                <a:gd name="T23" fmla="*/ 2147483647 h 1128"/>
                <a:gd name="T24" fmla="*/ 2147483647 w 1345"/>
                <a:gd name="T25" fmla="*/ 2147483647 h 1128"/>
                <a:gd name="T26" fmla="*/ 2147483647 w 1345"/>
                <a:gd name="T27" fmla="*/ 2147483647 h 1128"/>
                <a:gd name="T28" fmla="*/ 2147483647 w 1345"/>
                <a:gd name="T29" fmla="*/ 2147483647 h 1128"/>
                <a:gd name="T30" fmla="*/ 2147483647 w 1345"/>
                <a:gd name="T31" fmla="*/ 2147483647 h 1128"/>
                <a:gd name="T32" fmla="*/ 2147483647 w 1345"/>
                <a:gd name="T33" fmla="*/ 2147483647 h 1128"/>
                <a:gd name="T34" fmla="*/ 2147483647 w 1345"/>
                <a:gd name="T35" fmla="*/ 2147483647 h 1128"/>
                <a:gd name="T36" fmla="*/ 2147483647 w 1345"/>
                <a:gd name="T37" fmla="*/ 2147483647 h 1128"/>
                <a:gd name="T38" fmla="*/ 2147483647 w 1345"/>
                <a:gd name="T39" fmla="*/ 2147483647 h 1128"/>
                <a:gd name="T40" fmla="*/ 2147483647 w 1345"/>
                <a:gd name="T41" fmla="*/ 2147483647 h 1128"/>
                <a:gd name="T42" fmla="*/ 2147483647 w 1345"/>
                <a:gd name="T43" fmla="*/ 2147483647 h 1128"/>
                <a:gd name="T44" fmla="*/ 2147483647 w 1345"/>
                <a:gd name="T45" fmla="*/ 2147483647 h 1128"/>
                <a:gd name="T46" fmla="*/ 2147483647 w 1345"/>
                <a:gd name="T47" fmla="*/ 2147483647 h 1128"/>
                <a:gd name="T48" fmla="*/ 2147483647 w 1345"/>
                <a:gd name="T49" fmla="*/ 2147483647 h 1128"/>
                <a:gd name="T50" fmla="*/ 2147483647 w 1345"/>
                <a:gd name="T51" fmla="*/ 2147483647 h 1128"/>
                <a:gd name="T52" fmla="*/ 2147483647 w 1345"/>
                <a:gd name="T53" fmla="*/ 2147483647 h 1128"/>
                <a:gd name="T54" fmla="*/ 2147483647 w 1345"/>
                <a:gd name="T55" fmla="*/ 2147483647 h 1128"/>
                <a:gd name="T56" fmla="*/ 2147483647 w 1345"/>
                <a:gd name="T57" fmla="*/ 2147483647 h 1128"/>
                <a:gd name="T58" fmla="*/ 2147483647 w 1345"/>
                <a:gd name="T59" fmla="*/ 2147483647 h 1128"/>
                <a:gd name="T60" fmla="*/ 2147483647 w 1345"/>
                <a:gd name="T61" fmla="*/ 2147483647 h 1128"/>
                <a:gd name="T62" fmla="*/ 2147483647 w 1345"/>
                <a:gd name="T63" fmla="*/ 2147483647 h 1128"/>
                <a:gd name="T64" fmla="*/ 2147483647 w 1345"/>
                <a:gd name="T65" fmla="*/ 2147483647 h 1128"/>
                <a:gd name="T66" fmla="*/ 2147483647 w 1345"/>
                <a:gd name="T67" fmla="*/ 2147483647 h 1128"/>
                <a:gd name="T68" fmla="*/ 2147483647 w 1345"/>
                <a:gd name="T69" fmla="*/ 2147483647 h 1128"/>
                <a:gd name="T70" fmla="*/ 2147483647 w 1345"/>
                <a:gd name="T71" fmla="*/ 2147483647 h 1128"/>
                <a:gd name="T72" fmla="*/ 2147483647 w 1345"/>
                <a:gd name="T73" fmla="*/ 2147483647 h 1128"/>
                <a:gd name="T74" fmla="*/ 2147483647 w 1345"/>
                <a:gd name="T75" fmla="*/ 2147483647 h 1128"/>
                <a:gd name="T76" fmla="*/ 2147483647 w 1345"/>
                <a:gd name="T77" fmla="*/ 2147483647 h 1128"/>
                <a:gd name="T78" fmla="*/ 2147483647 w 1345"/>
                <a:gd name="T79" fmla="*/ 2147483647 h 112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45"/>
                <a:gd name="T121" fmla="*/ 0 h 1128"/>
                <a:gd name="T122" fmla="*/ 1345 w 1345"/>
                <a:gd name="T123" fmla="*/ 1128 h 112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45" h="1128">
                  <a:moveTo>
                    <a:pt x="415" y="51"/>
                  </a:moveTo>
                  <a:cubicBezTo>
                    <a:pt x="399" y="62"/>
                    <a:pt x="361" y="75"/>
                    <a:pt x="361" y="75"/>
                  </a:cubicBezTo>
                  <a:cubicBezTo>
                    <a:pt x="348" y="113"/>
                    <a:pt x="375" y="162"/>
                    <a:pt x="331" y="177"/>
                  </a:cubicBezTo>
                  <a:cubicBezTo>
                    <a:pt x="320" y="211"/>
                    <a:pt x="333" y="215"/>
                    <a:pt x="295" y="225"/>
                  </a:cubicBezTo>
                  <a:cubicBezTo>
                    <a:pt x="301" y="259"/>
                    <a:pt x="323" y="290"/>
                    <a:pt x="283" y="303"/>
                  </a:cubicBezTo>
                  <a:cubicBezTo>
                    <a:pt x="271" y="301"/>
                    <a:pt x="258" y="302"/>
                    <a:pt x="247" y="297"/>
                  </a:cubicBezTo>
                  <a:cubicBezTo>
                    <a:pt x="235" y="291"/>
                    <a:pt x="241" y="267"/>
                    <a:pt x="229" y="261"/>
                  </a:cubicBezTo>
                  <a:cubicBezTo>
                    <a:pt x="216" y="255"/>
                    <a:pt x="201" y="257"/>
                    <a:pt x="187" y="255"/>
                  </a:cubicBezTo>
                  <a:cubicBezTo>
                    <a:pt x="155" y="266"/>
                    <a:pt x="175" y="252"/>
                    <a:pt x="175" y="285"/>
                  </a:cubicBezTo>
                  <a:cubicBezTo>
                    <a:pt x="175" y="293"/>
                    <a:pt x="171" y="301"/>
                    <a:pt x="169" y="309"/>
                  </a:cubicBezTo>
                  <a:cubicBezTo>
                    <a:pt x="146" y="301"/>
                    <a:pt x="141" y="286"/>
                    <a:pt x="121" y="273"/>
                  </a:cubicBezTo>
                  <a:cubicBezTo>
                    <a:pt x="110" y="307"/>
                    <a:pt x="105" y="312"/>
                    <a:pt x="121" y="363"/>
                  </a:cubicBezTo>
                  <a:cubicBezTo>
                    <a:pt x="123" y="369"/>
                    <a:pt x="133" y="366"/>
                    <a:pt x="139" y="369"/>
                  </a:cubicBezTo>
                  <a:cubicBezTo>
                    <a:pt x="145" y="372"/>
                    <a:pt x="151" y="377"/>
                    <a:pt x="157" y="381"/>
                  </a:cubicBezTo>
                  <a:cubicBezTo>
                    <a:pt x="172" y="403"/>
                    <a:pt x="187" y="447"/>
                    <a:pt x="163" y="471"/>
                  </a:cubicBezTo>
                  <a:cubicBezTo>
                    <a:pt x="147" y="487"/>
                    <a:pt x="119" y="480"/>
                    <a:pt x="97" y="483"/>
                  </a:cubicBezTo>
                  <a:cubicBezTo>
                    <a:pt x="86" y="515"/>
                    <a:pt x="84" y="535"/>
                    <a:pt x="55" y="555"/>
                  </a:cubicBezTo>
                  <a:cubicBezTo>
                    <a:pt x="40" y="578"/>
                    <a:pt x="42" y="594"/>
                    <a:pt x="19" y="609"/>
                  </a:cubicBezTo>
                  <a:cubicBezTo>
                    <a:pt x="27" y="655"/>
                    <a:pt x="32" y="646"/>
                    <a:pt x="55" y="681"/>
                  </a:cubicBezTo>
                  <a:cubicBezTo>
                    <a:pt x="41" y="724"/>
                    <a:pt x="54" y="710"/>
                    <a:pt x="25" y="729"/>
                  </a:cubicBezTo>
                  <a:cubicBezTo>
                    <a:pt x="39" y="770"/>
                    <a:pt x="85" y="765"/>
                    <a:pt x="121" y="777"/>
                  </a:cubicBezTo>
                  <a:cubicBezTo>
                    <a:pt x="110" y="810"/>
                    <a:pt x="108" y="824"/>
                    <a:pt x="79" y="843"/>
                  </a:cubicBezTo>
                  <a:cubicBezTo>
                    <a:pt x="63" y="891"/>
                    <a:pt x="79" y="831"/>
                    <a:pt x="79" y="879"/>
                  </a:cubicBezTo>
                  <a:cubicBezTo>
                    <a:pt x="79" y="912"/>
                    <a:pt x="49" y="935"/>
                    <a:pt x="25" y="951"/>
                  </a:cubicBezTo>
                  <a:cubicBezTo>
                    <a:pt x="19" y="974"/>
                    <a:pt x="8" y="989"/>
                    <a:pt x="1" y="1011"/>
                  </a:cubicBezTo>
                  <a:cubicBezTo>
                    <a:pt x="3" y="1023"/>
                    <a:pt x="0" y="1037"/>
                    <a:pt x="7" y="1047"/>
                  </a:cubicBezTo>
                  <a:cubicBezTo>
                    <a:pt x="15" y="1059"/>
                    <a:pt x="43" y="1071"/>
                    <a:pt x="43" y="1071"/>
                  </a:cubicBezTo>
                  <a:cubicBezTo>
                    <a:pt x="62" y="1128"/>
                    <a:pt x="119" y="1087"/>
                    <a:pt x="151" y="1065"/>
                  </a:cubicBezTo>
                  <a:cubicBezTo>
                    <a:pt x="162" y="1058"/>
                    <a:pt x="176" y="1054"/>
                    <a:pt x="187" y="1047"/>
                  </a:cubicBezTo>
                  <a:cubicBezTo>
                    <a:pt x="229" y="1061"/>
                    <a:pt x="211" y="1063"/>
                    <a:pt x="241" y="1053"/>
                  </a:cubicBezTo>
                  <a:cubicBezTo>
                    <a:pt x="250" y="1027"/>
                    <a:pt x="246" y="1020"/>
                    <a:pt x="223" y="1005"/>
                  </a:cubicBezTo>
                  <a:cubicBezTo>
                    <a:pt x="264" y="978"/>
                    <a:pt x="294" y="979"/>
                    <a:pt x="343" y="975"/>
                  </a:cubicBezTo>
                  <a:cubicBezTo>
                    <a:pt x="345" y="955"/>
                    <a:pt x="335" y="929"/>
                    <a:pt x="349" y="915"/>
                  </a:cubicBezTo>
                  <a:cubicBezTo>
                    <a:pt x="360" y="904"/>
                    <a:pt x="382" y="914"/>
                    <a:pt x="397" y="921"/>
                  </a:cubicBezTo>
                  <a:cubicBezTo>
                    <a:pt x="409" y="926"/>
                    <a:pt x="404" y="950"/>
                    <a:pt x="415" y="957"/>
                  </a:cubicBezTo>
                  <a:cubicBezTo>
                    <a:pt x="438" y="972"/>
                    <a:pt x="474" y="974"/>
                    <a:pt x="499" y="987"/>
                  </a:cubicBezTo>
                  <a:cubicBezTo>
                    <a:pt x="599" y="976"/>
                    <a:pt x="517" y="983"/>
                    <a:pt x="583" y="1005"/>
                  </a:cubicBezTo>
                  <a:cubicBezTo>
                    <a:pt x="603" y="1002"/>
                    <a:pt x="627" y="1006"/>
                    <a:pt x="643" y="993"/>
                  </a:cubicBezTo>
                  <a:cubicBezTo>
                    <a:pt x="649" y="988"/>
                    <a:pt x="648" y="976"/>
                    <a:pt x="655" y="975"/>
                  </a:cubicBezTo>
                  <a:cubicBezTo>
                    <a:pt x="690" y="968"/>
                    <a:pt x="727" y="971"/>
                    <a:pt x="763" y="969"/>
                  </a:cubicBezTo>
                  <a:cubicBezTo>
                    <a:pt x="779" y="1017"/>
                    <a:pt x="763" y="1007"/>
                    <a:pt x="811" y="999"/>
                  </a:cubicBezTo>
                  <a:cubicBezTo>
                    <a:pt x="827" y="975"/>
                    <a:pt x="837" y="970"/>
                    <a:pt x="865" y="963"/>
                  </a:cubicBezTo>
                  <a:cubicBezTo>
                    <a:pt x="852" y="924"/>
                    <a:pt x="887" y="932"/>
                    <a:pt x="919" y="927"/>
                  </a:cubicBezTo>
                  <a:cubicBezTo>
                    <a:pt x="969" y="910"/>
                    <a:pt x="948" y="926"/>
                    <a:pt x="979" y="879"/>
                  </a:cubicBezTo>
                  <a:cubicBezTo>
                    <a:pt x="990" y="863"/>
                    <a:pt x="1033" y="855"/>
                    <a:pt x="1033" y="855"/>
                  </a:cubicBezTo>
                  <a:cubicBezTo>
                    <a:pt x="1039" y="861"/>
                    <a:pt x="1047" y="865"/>
                    <a:pt x="1051" y="873"/>
                  </a:cubicBezTo>
                  <a:cubicBezTo>
                    <a:pt x="1056" y="882"/>
                    <a:pt x="1048" y="899"/>
                    <a:pt x="1057" y="903"/>
                  </a:cubicBezTo>
                  <a:cubicBezTo>
                    <a:pt x="1069" y="908"/>
                    <a:pt x="1081" y="895"/>
                    <a:pt x="1093" y="891"/>
                  </a:cubicBezTo>
                  <a:cubicBezTo>
                    <a:pt x="1099" y="889"/>
                    <a:pt x="1111" y="885"/>
                    <a:pt x="1111" y="885"/>
                  </a:cubicBezTo>
                  <a:cubicBezTo>
                    <a:pt x="1133" y="852"/>
                    <a:pt x="1126" y="837"/>
                    <a:pt x="1117" y="801"/>
                  </a:cubicBezTo>
                  <a:cubicBezTo>
                    <a:pt x="1145" y="760"/>
                    <a:pt x="1155" y="770"/>
                    <a:pt x="1123" y="759"/>
                  </a:cubicBezTo>
                  <a:cubicBezTo>
                    <a:pt x="1133" y="718"/>
                    <a:pt x="1148" y="729"/>
                    <a:pt x="1189" y="735"/>
                  </a:cubicBezTo>
                  <a:cubicBezTo>
                    <a:pt x="1195" y="739"/>
                    <a:pt x="1200" y="746"/>
                    <a:pt x="1207" y="747"/>
                  </a:cubicBezTo>
                  <a:cubicBezTo>
                    <a:pt x="1285" y="754"/>
                    <a:pt x="1260" y="704"/>
                    <a:pt x="1303" y="675"/>
                  </a:cubicBezTo>
                  <a:cubicBezTo>
                    <a:pt x="1323" y="645"/>
                    <a:pt x="1325" y="609"/>
                    <a:pt x="1345" y="579"/>
                  </a:cubicBezTo>
                  <a:cubicBezTo>
                    <a:pt x="1337" y="546"/>
                    <a:pt x="1345" y="515"/>
                    <a:pt x="1315" y="495"/>
                  </a:cubicBezTo>
                  <a:cubicBezTo>
                    <a:pt x="1311" y="420"/>
                    <a:pt x="1340" y="367"/>
                    <a:pt x="1273" y="345"/>
                  </a:cubicBezTo>
                  <a:cubicBezTo>
                    <a:pt x="1267" y="339"/>
                    <a:pt x="1262" y="332"/>
                    <a:pt x="1255" y="327"/>
                  </a:cubicBezTo>
                  <a:cubicBezTo>
                    <a:pt x="1250" y="323"/>
                    <a:pt x="1241" y="326"/>
                    <a:pt x="1237" y="321"/>
                  </a:cubicBezTo>
                  <a:lnTo>
                    <a:pt x="1219" y="267"/>
                  </a:lnTo>
                  <a:cubicBezTo>
                    <a:pt x="1219" y="267"/>
                    <a:pt x="1219" y="267"/>
                    <a:pt x="1219" y="267"/>
                  </a:cubicBezTo>
                  <a:cubicBezTo>
                    <a:pt x="1193" y="229"/>
                    <a:pt x="1188" y="186"/>
                    <a:pt x="1147" y="159"/>
                  </a:cubicBezTo>
                  <a:cubicBezTo>
                    <a:pt x="1158" y="125"/>
                    <a:pt x="1139" y="138"/>
                    <a:pt x="1111" y="129"/>
                  </a:cubicBezTo>
                  <a:cubicBezTo>
                    <a:pt x="1093" y="133"/>
                    <a:pt x="1075" y="136"/>
                    <a:pt x="1057" y="141"/>
                  </a:cubicBezTo>
                  <a:cubicBezTo>
                    <a:pt x="1045" y="144"/>
                    <a:pt x="1021" y="153"/>
                    <a:pt x="1021" y="153"/>
                  </a:cubicBezTo>
                  <a:cubicBezTo>
                    <a:pt x="992" y="134"/>
                    <a:pt x="1014" y="146"/>
                    <a:pt x="979" y="135"/>
                  </a:cubicBezTo>
                  <a:cubicBezTo>
                    <a:pt x="967" y="131"/>
                    <a:pt x="943" y="123"/>
                    <a:pt x="943" y="123"/>
                  </a:cubicBezTo>
                  <a:cubicBezTo>
                    <a:pt x="828" y="136"/>
                    <a:pt x="865" y="115"/>
                    <a:pt x="817" y="147"/>
                  </a:cubicBezTo>
                  <a:cubicBezTo>
                    <a:pt x="783" y="136"/>
                    <a:pt x="800" y="106"/>
                    <a:pt x="763" y="87"/>
                  </a:cubicBezTo>
                  <a:cubicBezTo>
                    <a:pt x="757" y="84"/>
                    <a:pt x="751" y="84"/>
                    <a:pt x="745" y="81"/>
                  </a:cubicBezTo>
                  <a:cubicBezTo>
                    <a:pt x="732" y="74"/>
                    <a:pt x="721" y="65"/>
                    <a:pt x="709" y="57"/>
                  </a:cubicBezTo>
                  <a:cubicBezTo>
                    <a:pt x="697" y="49"/>
                    <a:pt x="673" y="33"/>
                    <a:pt x="673" y="33"/>
                  </a:cubicBezTo>
                  <a:cubicBezTo>
                    <a:pt x="651" y="0"/>
                    <a:pt x="629" y="10"/>
                    <a:pt x="595" y="21"/>
                  </a:cubicBezTo>
                  <a:cubicBezTo>
                    <a:pt x="587" y="45"/>
                    <a:pt x="571" y="51"/>
                    <a:pt x="553" y="69"/>
                  </a:cubicBezTo>
                  <a:cubicBezTo>
                    <a:pt x="547" y="86"/>
                    <a:pt x="554" y="110"/>
                    <a:pt x="541" y="123"/>
                  </a:cubicBezTo>
                  <a:cubicBezTo>
                    <a:pt x="536" y="128"/>
                    <a:pt x="529" y="114"/>
                    <a:pt x="523" y="111"/>
                  </a:cubicBezTo>
                  <a:cubicBezTo>
                    <a:pt x="517" y="108"/>
                    <a:pt x="511" y="107"/>
                    <a:pt x="505" y="105"/>
                  </a:cubicBezTo>
                  <a:cubicBezTo>
                    <a:pt x="493" y="123"/>
                    <a:pt x="487" y="141"/>
                    <a:pt x="475" y="159"/>
                  </a:cubicBezTo>
                  <a:cubicBezTo>
                    <a:pt x="459" y="112"/>
                    <a:pt x="470" y="69"/>
                    <a:pt x="415" y="51"/>
                  </a:cubicBezTo>
                  <a:cubicBezTo>
                    <a:pt x="407" y="53"/>
                    <a:pt x="397" y="52"/>
                    <a:pt x="391" y="57"/>
                  </a:cubicBezTo>
                  <a:cubicBezTo>
                    <a:pt x="386" y="61"/>
                    <a:pt x="385" y="75"/>
                    <a:pt x="385" y="75"/>
                  </a:cubicBezTo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2" name="Freeform 59"/>
            <p:cNvSpPr>
              <a:spLocks/>
            </p:cNvSpPr>
            <p:nvPr/>
          </p:nvSpPr>
          <p:spPr bwMode="auto">
            <a:xfrm>
              <a:off x="5467350" y="3798888"/>
              <a:ext cx="1389063" cy="993775"/>
            </a:xfrm>
            <a:custGeom>
              <a:avLst/>
              <a:gdLst>
                <a:gd name="T0" fmla="*/ 2147483647 w 983"/>
                <a:gd name="T1" fmla="*/ 2147483647 h 702"/>
                <a:gd name="T2" fmla="*/ 2147483647 w 983"/>
                <a:gd name="T3" fmla="*/ 2147483647 h 702"/>
                <a:gd name="T4" fmla="*/ 2147483647 w 983"/>
                <a:gd name="T5" fmla="*/ 2147483647 h 702"/>
                <a:gd name="T6" fmla="*/ 2147483647 w 983"/>
                <a:gd name="T7" fmla="*/ 2147483647 h 702"/>
                <a:gd name="T8" fmla="*/ 2147483647 w 983"/>
                <a:gd name="T9" fmla="*/ 2147483647 h 702"/>
                <a:gd name="T10" fmla="*/ 2147483647 w 983"/>
                <a:gd name="T11" fmla="*/ 2147483647 h 702"/>
                <a:gd name="T12" fmla="*/ 2147483647 w 983"/>
                <a:gd name="T13" fmla="*/ 2147483647 h 702"/>
                <a:gd name="T14" fmla="*/ 2147483647 w 983"/>
                <a:gd name="T15" fmla="*/ 2147483647 h 702"/>
                <a:gd name="T16" fmla="*/ 2147483647 w 983"/>
                <a:gd name="T17" fmla="*/ 2147483647 h 702"/>
                <a:gd name="T18" fmla="*/ 2147483647 w 983"/>
                <a:gd name="T19" fmla="*/ 2147483647 h 702"/>
                <a:gd name="T20" fmla="*/ 2147483647 w 983"/>
                <a:gd name="T21" fmla="*/ 2147483647 h 702"/>
                <a:gd name="T22" fmla="*/ 2147483647 w 983"/>
                <a:gd name="T23" fmla="*/ 2147483647 h 702"/>
                <a:gd name="T24" fmla="*/ 2147483647 w 983"/>
                <a:gd name="T25" fmla="*/ 2147483647 h 702"/>
                <a:gd name="T26" fmla="*/ 2147483647 w 983"/>
                <a:gd name="T27" fmla="*/ 2147483647 h 702"/>
                <a:gd name="T28" fmla="*/ 2147483647 w 983"/>
                <a:gd name="T29" fmla="*/ 2147483647 h 702"/>
                <a:gd name="T30" fmla="*/ 2147483647 w 983"/>
                <a:gd name="T31" fmla="*/ 2147483647 h 702"/>
                <a:gd name="T32" fmla="*/ 2147483647 w 983"/>
                <a:gd name="T33" fmla="*/ 2147483647 h 702"/>
                <a:gd name="T34" fmla="*/ 2147483647 w 983"/>
                <a:gd name="T35" fmla="*/ 2147483647 h 702"/>
                <a:gd name="T36" fmla="*/ 2147483647 w 983"/>
                <a:gd name="T37" fmla="*/ 2147483647 h 702"/>
                <a:gd name="T38" fmla="*/ 2147483647 w 983"/>
                <a:gd name="T39" fmla="*/ 2147483647 h 702"/>
                <a:gd name="T40" fmla="*/ 2147483647 w 983"/>
                <a:gd name="T41" fmla="*/ 2147483647 h 702"/>
                <a:gd name="T42" fmla="*/ 2147483647 w 983"/>
                <a:gd name="T43" fmla="*/ 2147483647 h 702"/>
                <a:gd name="T44" fmla="*/ 2147483647 w 983"/>
                <a:gd name="T45" fmla="*/ 2147483647 h 702"/>
                <a:gd name="T46" fmla="*/ 2147483647 w 983"/>
                <a:gd name="T47" fmla="*/ 2147483647 h 702"/>
                <a:gd name="T48" fmla="*/ 2147483647 w 983"/>
                <a:gd name="T49" fmla="*/ 2147483647 h 702"/>
                <a:gd name="T50" fmla="*/ 2147483647 w 983"/>
                <a:gd name="T51" fmla="*/ 2147483647 h 702"/>
                <a:gd name="T52" fmla="*/ 2147483647 w 983"/>
                <a:gd name="T53" fmla="*/ 2147483647 h 702"/>
                <a:gd name="T54" fmla="*/ 2147483647 w 983"/>
                <a:gd name="T55" fmla="*/ 2147483647 h 702"/>
                <a:gd name="T56" fmla="*/ 2147483647 w 983"/>
                <a:gd name="T57" fmla="*/ 2147483647 h 702"/>
                <a:gd name="T58" fmla="*/ 2147483647 w 983"/>
                <a:gd name="T59" fmla="*/ 2147483647 h 702"/>
                <a:gd name="T60" fmla="*/ 2147483647 w 983"/>
                <a:gd name="T61" fmla="*/ 2147483647 h 702"/>
                <a:gd name="T62" fmla="*/ 2147483647 w 983"/>
                <a:gd name="T63" fmla="*/ 2147483647 h 702"/>
                <a:gd name="T64" fmla="*/ 2147483647 w 983"/>
                <a:gd name="T65" fmla="*/ 2147483647 h 702"/>
                <a:gd name="T66" fmla="*/ 2147483647 w 983"/>
                <a:gd name="T67" fmla="*/ 2147483647 h 702"/>
                <a:gd name="T68" fmla="*/ 2147483647 w 983"/>
                <a:gd name="T69" fmla="*/ 2147483647 h 702"/>
                <a:gd name="T70" fmla="*/ 2147483647 w 983"/>
                <a:gd name="T71" fmla="*/ 2147483647 h 702"/>
                <a:gd name="T72" fmla="*/ 2147483647 w 983"/>
                <a:gd name="T73" fmla="*/ 2147483647 h 702"/>
                <a:gd name="T74" fmla="*/ 2147483647 w 983"/>
                <a:gd name="T75" fmla="*/ 2147483647 h 702"/>
                <a:gd name="T76" fmla="*/ 2147483647 w 983"/>
                <a:gd name="T77" fmla="*/ 2147483647 h 702"/>
                <a:gd name="T78" fmla="*/ 2147483647 w 983"/>
                <a:gd name="T79" fmla="*/ 2147483647 h 702"/>
                <a:gd name="T80" fmla="*/ 2147483647 w 983"/>
                <a:gd name="T81" fmla="*/ 2147483647 h 702"/>
                <a:gd name="T82" fmla="*/ 2147483647 w 983"/>
                <a:gd name="T83" fmla="*/ 2147483647 h 702"/>
                <a:gd name="T84" fmla="*/ 2147483647 w 983"/>
                <a:gd name="T85" fmla="*/ 2147483647 h 702"/>
                <a:gd name="T86" fmla="*/ 2147483647 w 983"/>
                <a:gd name="T87" fmla="*/ 2147483647 h 702"/>
                <a:gd name="T88" fmla="*/ 2147483647 w 983"/>
                <a:gd name="T89" fmla="*/ 2147483647 h 702"/>
                <a:gd name="T90" fmla="*/ 2147483647 w 983"/>
                <a:gd name="T91" fmla="*/ 2147483647 h 702"/>
                <a:gd name="T92" fmla="*/ 2147483647 w 983"/>
                <a:gd name="T93" fmla="*/ 2147483647 h 702"/>
                <a:gd name="T94" fmla="*/ 2147483647 w 983"/>
                <a:gd name="T95" fmla="*/ 2147483647 h 702"/>
                <a:gd name="T96" fmla="*/ 2147483647 w 983"/>
                <a:gd name="T97" fmla="*/ 2147483647 h 702"/>
                <a:gd name="T98" fmla="*/ 2147483647 w 983"/>
                <a:gd name="T99" fmla="*/ 2147483647 h 702"/>
                <a:gd name="T100" fmla="*/ 2147483647 w 983"/>
                <a:gd name="T101" fmla="*/ 2147483647 h 702"/>
                <a:gd name="T102" fmla="*/ 2147483647 w 983"/>
                <a:gd name="T103" fmla="*/ 2147483647 h 702"/>
                <a:gd name="T104" fmla="*/ 2147483647 w 983"/>
                <a:gd name="T105" fmla="*/ 2147483647 h 702"/>
                <a:gd name="T106" fmla="*/ 2147483647 w 983"/>
                <a:gd name="T107" fmla="*/ 2147483647 h 702"/>
                <a:gd name="T108" fmla="*/ 2147483647 w 983"/>
                <a:gd name="T109" fmla="*/ 2147483647 h 702"/>
                <a:gd name="T110" fmla="*/ 2147483647 w 983"/>
                <a:gd name="T111" fmla="*/ 0 h 702"/>
                <a:gd name="T112" fmla="*/ 2147483647 w 983"/>
                <a:gd name="T113" fmla="*/ 2147483647 h 702"/>
                <a:gd name="T114" fmla="*/ 2147483647 w 983"/>
                <a:gd name="T115" fmla="*/ 2147483647 h 702"/>
                <a:gd name="T116" fmla="*/ 2147483647 w 983"/>
                <a:gd name="T117" fmla="*/ 2147483647 h 702"/>
                <a:gd name="T118" fmla="*/ 2147483647 w 983"/>
                <a:gd name="T119" fmla="*/ 2147483647 h 702"/>
                <a:gd name="T120" fmla="*/ 2147483647 w 983"/>
                <a:gd name="T121" fmla="*/ 2147483647 h 702"/>
                <a:gd name="T122" fmla="*/ 2147483647 w 983"/>
                <a:gd name="T123" fmla="*/ 2147483647 h 70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983"/>
                <a:gd name="T187" fmla="*/ 0 h 702"/>
                <a:gd name="T188" fmla="*/ 983 w 983"/>
                <a:gd name="T189" fmla="*/ 702 h 70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983" h="702">
                  <a:moveTo>
                    <a:pt x="173" y="126"/>
                  </a:moveTo>
                  <a:cubicBezTo>
                    <a:pt x="145" y="128"/>
                    <a:pt x="114" y="120"/>
                    <a:pt x="89" y="132"/>
                  </a:cubicBezTo>
                  <a:cubicBezTo>
                    <a:pt x="49" y="150"/>
                    <a:pt x="131" y="180"/>
                    <a:pt x="131" y="180"/>
                  </a:cubicBezTo>
                  <a:cubicBezTo>
                    <a:pt x="133" y="194"/>
                    <a:pt x="131" y="209"/>
                    <a:pt x="137" y="222"/>
                  </a:cubicBezTo>
                  <a:cubicBezTo>
                    <a:pt x="140" y="229"/>
                    <a:pt x="150" y="228"/>
                    <a:pt x="155" y="234"/>
                  </a:cubicBezTo>
                  <a:cubicBezTo>
                    <a:pt x="159" y="239"/>
                    <a:pt x="159" y="246"/>
                    <a:pt x="161" y="252"/>
                  </a:cubicBezTo>
                  <a:cubicBezTo>
                    <a:pt x="159" y="276"/>
                    <a:pt x="162" y="301"/>
                    <a:pt x="155" y="324"/>
                  </a:cubicBezTo>
                  <a:cubicBezTo>
                    <a:pt x="153" y="330"/>
                    <a:pt x="141" y="325"/>
                    <a:pt x="137" y="330"/>
                  </a:cubicBezTo>
                  <a:cubicBezTo>
                    <a:pt x="131" y="338"/>
                    <a:pt x="138" y="353"/>
                    <a:pt x="131" y="360"/>
                  </a:cubicBezTo>
                  <a:cubicBezTo>
                    <a:pt x="121" y="370"/>
                    <a:pt x="76" y="379"/>
                    <a:pt x="59" y="390"/>
                  </a:cubicBezTo>
                  <a:cubicBezTo>
                    <a:pt x="45" y="411"/>
                    <a:pt x="41" y="426"/>
                    <a:pt x="23" y="444"/>
                  </a:cubicBezTo>
                  <a:cubicBezTo>
                    <a:pt x="37" y="616"/>
                    <a:pt x="0" y="561"/>
                    <a:pt x="77" y="612"/>
                  </a:cubicBezTo>
                  <a:cubicBezTo>
                    <a:pt x="85" y="635"/>
                    <a:pt x="72" y="667"/>
                    <a:pt x="89" y="684"/>
                  </a:cubicBezTo>
                  <a:cubicBezTo>
                    <a:pt x="99" y="694"/>
                    <a:pt x="117" y="680"/>
                    <a:pt x="131" y="678"/>
                  </a:cubicBezTo>
                  <a:cubicBezTo>
                    <a:pt x="143" y="618"/>
                    <a:pt x="123" y="669"/>
                    <a:pt x="197" y="642"/>
                  </a:cubicBezTo>
                  <a:cubicBezTo>
                    <a:pt x="211" y="637"/>
                    <a:pt x="203" y="591"/>
                    <a:pt x="215" y="582"/>
                  </a:cubicBezTo>
                  <a:cubicBezTo>
                    <a:pt x="225" y="575"/>
                    <a:pt x="273" y="557"/>
                    <a:pt x="287" y="552"/>
                  </a:cubicBezTo>
                  <a:cubicBezTo>
                    <a:pt x="297" y="582"/>
                    <a:pt x="311" y="589"/>
                    <a:pt x="341" y="600"/>
                  </a:cubicBezTo>
                  <a:cubicBezTo>
                    <a:pt x="353" y="604"/>
                    <a:pt x="365" y="608"/>
                    <a:pt x="377" y="612"/>
                  </a:cubicBezTo>
                  <a:cubicBezTo>
                    <a:pt x="383" y="614"/>
                    <a:pt x="395" y="618"/>
                    <a:pt x="395" y="618"/>
                  </a:cubicBezTo>
                  <a:cubicBezTo>
                    <a:pt x="399" y="624"/>
                    <a:pt x="404" y="630"/>
                    <a:pt x="407" y="636"/>
                  </a:cubicBezTo>
                  <a:cubicBezTo>
                    <a:pt x="410" y="642"/>
                    <a:pt x="410" y="648"/>
                    <a:pt x="413" y="654"/>
                  </a:cubicBezTo>
                  <a:cubicBezTo>
                    <a:pt x="420" y="667"/>
                    <a:pt x="437" y="690"/>
                    <a:pt x="437" y="690"/>
                  </a:cubicBezTo>
                  <a:cubicBezTo>
                    <a:pt x="509" y="681"/>
                    <a:pt x="468" y="685"/>
                    <a:pt x="515" y="654"/>
                  </a:cubicBezTo>
                  <a:cubicBezTo>
                    <a:pt x="546" y="662"/>
                    <a:pt x="582" y="652"/>
                    <a:pt x="611" y="666"/>
                  </a:cubicBezTo>
                  <a:cubicBezTo>
                    <a:pt x="620" y="670"/>
                    <a:pt x="611" y="688"/>
                    <a:pt x="617" y="696"/>
                  </a:cubicBezTo>
                  <a:cubicBezTo>
                    <a:pt x="621" y="701"/>
                    <a:pt x="629" y="700"/>
                    <a:pt x="635" y="702"/>
                  </a:cubicBezTo>
                  <a:cubicBezTo>
                    <a:pt x="666" y="692"/>
                    <a:pt x="675" y="671"/>
                    <a:pt x="701" y="654"/>
                  </a:cubicBezTo>
                  <a:cubicBezTo>
                    <a:pt x="734" y="661"/>
                    <a:pt x="754" y="680"/>
                    <a:pt x="785" y="690"/>
                  </a:cubicBezTo>
                  <a:cubicBezTo>
                    <a:pt x="791" y="688"/>
                    <a:pt x="799" y="689"/>
                    <a:pt x="803" y="684"/>
                  </a:cubicBezTo>
                  <a:cubicBezTo>
                    <a:pt x="810" y="674"/>
                    <a:pt x="815" y="648"/>
                    <a:pt x="815" y="648"/>
                  </a:cubicBezTo>
                  <a:cubicBezTo>
                    <a:pt x="813" y="606"/>
                    <a:pt x="812" y="564"/>
                    <a:pt x="809" y="522"/>
                  </a:cubicBezTo>
                  <a:cubicBezTo>
                    <a:pt x="808" y="510"/>
                    <a:pt x="793" y="468"/>
                    <a:pt x="791" y="462"/>
                  </a:cubicBezTo>
                  <a:cubicBezTo>
                    <a:pt x="789" y="456"/>
                    <a:pt x="785" y="444"/>
                    <a:pt x="785" y="444"/>
                  </a:cubicBezTo>
                  <a:cubicBezTo>
                    <a:pt x="787" y="438"/>
                    <a:pt x="787" y="431"/>
                    <a:pt x="791" y="426"/>
                  </a:cubicBezTo>
                  <a:cubicBezTo>
                    <a:pt x="796" y="420"/>
                    <a:pt x="805" y="420"/>
                    <a:pt x="809" y="414"/>
                  </a:cubicBezTo>
                  <a:cubicBezTo>
                    <a:pt x="816" y="403"/>
                    <a:pt x="821" y="378"/>
                    <a:pt x="821" y="378"/>
                  </a:cubicBezTo>
                  <a:cubicBezTo>
                    <a:pt x="823" y="354"/>
                    <a:pt x="816" y="328"/>
                    <a:pt x="827" y="306"/>
                  </a:cubicBezTo>
                  <a:cubicBezTo>
                    <a:pt x="833" y="295"/>
                    <a:pt x="851" y="298"/>
                    <a:pt x="863" y="294"/>
                  </a:cubicBezTo>
                  <a:cubicBezTo>
                    <a:pt x="869" y="292"/>
                    <a:pt x="881" y="288"/>
                    <a:pt x="881" y="288"/>
                  </a:cubicBezTo>
                  <a:cubicBezTo>
                    <a:pt x="889" y="290"/>
                    <a:pt x="914" y="301"/>
                    <a:pt x="923" y="288"/>
                  </a:cubicBezTo>
                  <a:cubicBezTo>
                    <a:pt x="946" y="255"/>
                    <a:pt x="923" y="240"/>
                    <a:pt x="959" y="228"/>
                  </a:cubicBezTo>
                  <a:cubicBezTo>
                    <a:pt x="976" y="203"/>
                    <a:pt x="978" y="187"/>
                    <a:pt x="983" y="156"/>
                  </a:cubicBezTo>
                  <a:cubicBezTo>
                    <a:pt x="971" y="120"/>
                    <a:pt x="914" y="119"/>
                    <a:pt x="881" y="114"/>
                  </a:cubicBezTo>
                  <a:cubicBezTo>
                    <a:pt x="829" y="79"/>
                    <a:pt x="882" y="81"/>
                    <a:pt x="797" y="90"/>
                  </a:cubicBezTo>
                  <a:cubicBezTo>
                    <a:pt x="791" y="92"/>
                    <a:pt x="785" y="94"/>
                    <a:pt x="779" y="96"/>
                  </a:cubicBezTo>
                  <a:cubicBezTo>
                    <a:pt x="771" y="98"/>
                    <a:pt x="763" y="100"/>
                    <a:pt x="755" y="102"/>
                  </a:cubicBezTo>
                  <a:cubicBezTo>
                    <a:pt x="743" y="106"/>
                    <a:pt x="719" y="114"/>
                    <a:pt x="719" y="114"/>
                  </a:cubicBezTo>
                  <a:cubicBezTo>
                    <a:pt x="693" y="110"/>
                    <a:pt x="677" y="114"/>
                    <a:pt x="659" y="96"/>
                  </a:cubicBezTo>
                  <a:cubicBezTo>
                    <a:pt x="641" y="78"/>
                    <a:pt x="649" y="60"/>
                    <a:pt x="623" y="48"/>
                  </a:cubicBezTo>
                  <a:cubicBezTo>
                    <a:pt x="591" y="34"/>
                    <a:pt x="558" y="28"/>
                    <a:pt x="527" y="12"/>
                  </a:cubicBezTo>
                  <a:cubicBezTo>
                    <a:pt x="515" y="14"/>
                    <a:pt x="500" y="9"/>
                    <a:pt x="491" y="18"/>
                  </a:cubicBezTo>
                  <a:cubicBezTo>
                    <a:pt x="477" y="32"/>
                    <a:pt x="542" y="98"/>
                    <a:pt x="491" y="72"/>
                  </a:cubicBezTo>
                  <a:cubicBezTo>
                    <a:pt x="485" y="69"/>
                    <a:pt x="479" y="64"/>
                    <a:pt x="473" y="60"/>
                  </a:cubicBezTo>
                  <a:cubicBezTo>
                    <a:pt x="459" y="19"/>
                    <a:pt x="446" y="23"/>
                    <a:pt x="407" y="12"/>
                  </a:cubicBezTo>
                  <a:cubicBezTo>
                    <a:pt x="395" y="9"/>
                    <a:pt x="371" y="0"/>
                    <a:pt x="371" y="0"/>
                  </a:cubicBezTo>
                  <a:cubicBezTo>
                    <a:pt x="349" y="15"/>
                    <a:pt x="354" y="28"/>
                    <a:pt x="329" y="36"/>
                  </a:cubicBezTo>
                  <a:cubicBezTo>
                    <a:pt x="325" y="48"/>
                    <a:pt x="321" y="60"/>
                    <a:pt x="317" y="72"/>
                  </a:cubicBezTo>
                  <a:cubicBezTo>
                    <a:pt x="313" y="84"/>
                    <a:pt x="293" y="80"/>
                    <a:pt x="281" y="84"/>
                  </a:cubicBezTo>
                  <a:cubicBezTo>
                    <a:pt x="267" y="89"/>
                    <a:pt x="259" y="107"/>
                    <a:pt x="245" y="108"/>
                  </a:cubicBezTo>
                  <a:cubicBezTo>
                    <a:pt x="219" y="110"/>
                    <a:pt x="193" y="112"/>
                    <a:pt x="167" y="114"/>
                  </a:cubicBezTo>
                  <a:cubicBezTo>
                    <a:pt x="160" y="136"/>
                    <a:pt x="155" y="135"/>
                    <a:pt x="173" y="126"/>
                  </a:cubicBezTo>
                  <a:close/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3" name="Freeform 60"/>
            <p:cNvSpPr>
              <a:spLocks/>
            </p:cNvSpPr>
            <p:nvPr/>
          </p:nvSpPr>
          <p:spPr bwMode="auto">
            <a:xfrm>
              <a:off x="6543675" y="4079875"/>
              <a:ext cx="1790700" cy="1427163"/>
            </a:xfrm>
            <a:custGeom>
              <a:avLst/>
              <a:gdLst>
                <a:gd name="T0" fmla="*/ 2147483647 w 1267"/>
                <a:gd name="T1" fmla="*/ 2147483647 h 1010"/>
                <a:gd name="T2" fmla="*/ 2147483647 w 1267"/>
                <a:gd name="T3" fmla="*/ 2147483647 h 1010"/>
                <a:gd name="T4" fmla="*/ 2147483647 w 1267"/>
                <a:gd name="T5" fmla="*/ 2147483647 h 1010"/>
                <a:gd name="T6" fmla="*/ 2147483647 w 1267"/>
                <a:gd name="T7" fmla="*/ 2147483647 h 1010"/>
                <a:gd name="T8" fmla="*/ 2147483647 w 1267"/>
                <a:gd name="T9" fmla="*/ 2147483647 h 1010"/>
                <a:gd name="T10" fmla="*/ 2147483647 w 1267"/>
                <a:gd name="T11" fmla="*/ 2147483647 h 1010"/>
                <a:gd name="T12" fmla="*/ 2147483647 w 1267"/>
                <a:gd name="T13" fmla="*/ 2147483647 h 1010"/>
                <a:gd name="T14" fmla="*/ 2147483647 w 1267"/>
                <a:gd name="T15" fmla="*/ 2147483647 h 1010"/>
                <a:gd name="T16" fmla="*/ 2147483647 w 1267"/>
                <a:gd name="T17" fmla="*/ 2147483647 h 1010"/>
                <a:gd name="T18" fmla="*/ 2147483647 w 1267"/>
                <a:gd name="T19" fmla="*/ 2147483647 h 1010"/>
                <a:gd name="T20" fmla="*/ 2147483647 w 1267"/>
                <a:gd name="T21" fmla="*/ 2147483647 h 1010"/>
                <a:gd name="T22" fmla="*/ 2147483647 w 1267"/>
                <a:gd name="T23" fmla="*/ 2147483647 h 1010"/>
                <a:gd name="T24" fmla="*/ 2147483647 w 1267"/>
                <a:gd name="T25" fmla="*/ 2147483647 h 1010"/>
                <a:gd name="T26" fmla="*/ 2147483647 w 1267"/>
                <a:gd name="T27" fmla="*/ 2147483647 h 1010"/>
                <a:gd name="T28" fmla="*/ 2147483647 w 1267"/>
                <a:gd name="T29" fmla="*/ 2147483647 h 1010"/>
                <a:gd name="T30" fmla="*/ 2147483647 w 1267"/>
                <a:gd name="T31" fmla="*/ 2147483647 h 1010"/>
                <a:gd name="T32" fmla="*/ 2147483647 w 1267"/>
                <a:gd name="T33" fmla="*/ 2147483647 h 1010"/>
                <a:gd name="T34" fmla="*/ 2147483647 w 1267"/>
                <a:gd name="T35" fmla="*/ 2147483647 h 1010"/>
                <a:gd name="T36" fmla="*/ 2147483647 w 1267"/>
                <a:gd name="T37" fmla="*/ 2147483647 h 1010"/>
                <a:gd name="T38" fmla="*/ 2147483647 w 1267"/>
                <a:gd name="T39" fmla="*/ 2147483647 h 1010"/>
                <a:gd name="T40" fmla="*/ 2147483647 w 1267"/>
                <a:gd name="T41" fmla="*/ 2147483647 h 1010"/>
                <a:gd name="T42" fmla="*/ 2147483647 w 1267"/>
                <a:gd name="T43" fmla="*/ 2147483647 h 1010"/>
                <a:gd name="T44" fmla="*/ 2147483647 w 1267"/>
                <a:gd name="T45" fmla="*/ 2147483647 h 1010"/>
                <a:gd name="T46" fmla="*/ 2147483647 w 1267"/>
                <a:gd name="T47" fmla="*/ 2147483647 h 1010"/>
                <a:gd name="T48" fmla="*/ 2147483647 w 1267"/>
                <a:gd name="T49" fmla="*/ 2147483647 h 1010"/>
                <a:gd name="T50" fmla="*/ 2147483647 w 1267"/>
                <a:gd name="T51" fmla="*/ 2147483647 h 1010"/>
                <a:gd name="T52" fmla="*/ 2147483647 w 1267"/>
                <a:gd name="T53" fmla="*/ 2147483647 h 1010"/>
                <a:gd name="T54" fmla="*/ 2147483647 w 1267"/>
                <a:gd name="T55" fmla="*/ 2147483647 h 1010"/>
                <a:gd name="T56" fmla="*/ 2147483647 w 1267"/>
                <a:gd name="T57" fmla="*/ 2147483647 h 1010"/>
                <a:gd name="T58" fmla="*/ 2147483647 w 1267"/>
                <a:gd name="T59" fmla="*/ 2147483647 h 1010"/>
                <a:gd name="T60" fmla="*/ 2147483647 w 1267"/>
                <a:gd name="T61" fmla="*/ 2147483647 h 1010"/>
                <a:gd name="T62" fmla="*/ 2147483647 w 1267"/>
                <a:gd name="T63" fmla="*/ 2147483647 h 1010"/>
                <a:gd name="T64" fmla="*/ 2147483647 w 1267"/>
                <a:gd name="T65" fmla="*/ 2147483647 h 1010"/>
                <a:gd name="T66" fmla="*/ 2147483647 w 1267"/>
                <a:gd name="T67" fmla="*/ 2147483647 h 1010"/>
                <a:gd name="T68" fmla="*/ 2147483647 w 1267"/>
                <a:gd name="T69" fmla="*/ 2147483647 h 1010"/>
                <a:gd name="T70" fmla="*/ 2147483647 w 1267"/>
                <a:gd name="T71" fmla="*/ 2147483647 h 1010"/>
                <a:gd name="T72" fmla="*/ 2147483647 w 1267"/>
                <a:gd name="T73" fmla="*/ 2147483647 h 1010"/>
                <a:gd name="T74" fmla="*/ 2147483647 w 1267"/>
                <a:gd name="T75" fmla="*/ 2147483647 h 1010"/>
                <a:gd name="T76" fmla="*/ 2147483647 w 1267"/>
                <a:gd name="T77" fmla="*/ 2147483647 h 1010"/>
                <a:gd name="T78" fmla="*/ 2147483647 w 1267"/>
                <a:gd name="T79" fmla="*/ 2147483647 h 1010"/>
                <a:gd name="T80" fmla="*/ 2147483647 w 1267"/>
                <a:gd name="T81" fmla="*/ 2147483647 h 1010"/>
                <a:gd name="T82" fmla="*/ 2147483647 w 1267"/>
                <a:gd name="T83" fmla="*/ 2147483647 h 1010"/>
                <a:gd name="T84" fmla="*/ 2147483647 w 1267"/>
                <a:gd name="T85" fmla="*/ 2147483647 h 1010"/>
                <a:gd name="T86" fmla="*/ 2147483647 w 1267"/>
                <a:gd name="T87" fmla="*/ 2147483647 h 1010"/>
                <a:gd name="T88" fmla="*/ 2147483647 w 1267"/>
                <a:gd name="T89" fmla="*/ 2147483647 h 1010"/>
                <a:gd name="T90" fmla="*/ 2147483647 w 1267"/>
                <a:gd name="T91" fmla="*/ 2147483647 h 1010"/>
                <a:gd name="T92" fmla="*/ 2147483647 w 1267"/>
                <a:gd name="T93" fmla="*/ 2147483647 h 1010"/>
                <a:gd name="T94" fmla="*/ 2147483647 w 1267"/>
                <a:gd name="T95" fmla="*/ 2147483647 h 1010"/>
                <a:gd name="T96" fmla="*/ 2147483647 w 1267"/>
                <a:gd name="T97" fmla="*/ 2147483647 h 1010"/>
                <a:gd name="T98" fmla="*/ 2147483647 w 1267"/>
                <a:gd name="T99" fmla="*/ 2147483647 h 1010"/>
                <a:gd name="T100" fmla="*/ 2147483647 w 1267"/>
                <a:gd name="T101" fmla="*/ 2147483647 h 1010"/>
                <a:gd name="T102" fmla="*/ 2147483647 w 1267"/>
                <a:gd name="T103" fmla="*/ 2147483647 h 1010"/>
                <a:gd name="T104" fmla="*/ 2147483647 w 1267"/>
                <a:gd name="T105" fmla="*/ 2147483647 h 1010"/>
                <a:gd name="T106" fmla="*/ 2147483647 w 1267"/>
                <a:gd name="T107" fmla="*/ 0 h 1010"/>
                <a:gd name="T108" fmla="*/ 2147483647 w 1267"/>
                <a:gd name="T109" fmla="*/ 2147483647 h 101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267"/>
                <a:gd name="T166" fmla="*/ 0 h 1010"/>
                <a:gd name="T167" fmla="*/ 1267 w 1267"/>
                <a:gd name="T168" fmla="*/ 1010 h 101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267" h="1010">
                  <a:moveTo>
                    <a:pt x="233" y="6"/>
                  </a:moveTo>
                  <a:cubicBezTo>
                    <a:pt x="215" y="8"/>
                    <a:pt x="197" y="8"/>
                    <a:pt x="179" y="12"/>
                  </a:cubicBezTo>
                  <a:cubicBezTo>
                    <a:pt x="172" y="14"/>
                    <a:pt x="165" y="18"/>
                    <a:pt x="161" y="24"/>
                  </a:cubicBezTo>
                  <a:cubicBezTo>
                    <a:pt x="154" y="35"/>
                    <a:pt x="161" y="56"/>
                    <a:pt x="149" y="60"/>
                  </a:cubicBezTo>
                  <a:cubicBezTo>
                    <a:pt x="121" y="69"/>
                    <a:pt x="137" y="65"/>
                    <a:pt x="101" y="72"/>
                  </a:cubicBezTo>
                  <a:cubicBezTo>
                    <a:pt x="81" y="85"/>
                    <a:pt x="73" y="101"/>
                    <a:pt x="53" y="114"/>
                  </a:cubicBezTo>
                  <a:cubicBezTo>
                    <a:pt x="47" y="138"/>
                    <a:pt x="53" y="165"/>
                    <a:pt x="41" y="186"/>
                  </a:cubicBezTo>
                  <a:cubicBezTo>
                    <a:pt x="34" y="198"/>
                    <a:pt x="5" y="210"/>
                    <a:pt x="5" y="210"/>
                  </a:cubicBezTo>
                  <a:cubicBezTo>
                    <a:pt x="9" y="259"/>
                    <a:pt x="0" y="301"/>
                    <a:pt x="35" y="336"/>
                  </a:cubicBezTo>
                  <a:cubicBezTo>
                    <a:pt x="48" y="375"/>
                    <a:pt x="35" y="456"/>
                    <a:pt x="11" y="492"/>
                  </a:cubicBezTo>
                  <a:cubicBezTo>
                    <a:pt x="18" y="518"/>
                    <a:pt x="33" y="527"/>
                    <a:pt x="41" y="552"/>
                  </a:cubicBezTo>
                  <a:cubicBezTo>
                    <a:pt x="44" y="576"/>
                    <a:pt x="38" y="605"/>
                    <a:pt x="53" y="624"/>
                  </a:cubicBezTo>
                  <a:cubicBezTo>
                    <a:pt x="71" y="646"/>
                    <a:pt x="112" y="672"/>
                    <a:pt x="137" y="684"/>
                  </a:cubicBezTo>
                  <a:cubicBezTo>
                    <a:pt x="149" y="719"/>
                    <a:pt x="149" y="756"/>
                    <a:pt x="161" y="792"/>
                  </a:cubicBezTo>
                  <a:cubicBezTo>
                    <a:pt x="166" y="834"/>
                    <a:pt x="161" y="864"/>
                    <a:pt x="191" y="894"/>
                  </a:cubicBezTo>
                  <a:cubicBezTo>
                    <a:pt x="197" y="913"/>
                    <a:pt x="194" y="936"/>
                    <a:pt x="203" y="954"/>
                  </a:cubicBezTo>
                  <a:cubicBezTo>
                    <a:pt x="204" y="956"/>
                    <a:pt x="256" y="970"/>
                    <a:pt x="263" y="972"/>
                  </a:cubicBezTo>
                  <a:cubicBezTo>
                    <a:pt x="276" y="1010"/>
                    <a:pt x="323" y="1001"/>
                    <a:pt x="335" y="966"/>
                  </a:cubicBezTo>
                  <a:cubicBezTo>
                    <a:pt x="337" y="946"/>
                    <a:pt x="334" y="925"/>
                    <a:pt x="341" y="906"/>
                  </a:cubicBezTo>
                  <a:cubicBezTo>
                    <a:pt x="346" y="892"/>
                    <a:pt x="409" y="908"/>
                    <a:pt x="425" y="912"/>
                  </a:cubicBezTo>
                  <a:cubicBezTo>
                    <a:pt x="443" y="885"/>
                    <a:pt x="460" y="860"/>
                    <a:pt x="491" y="852"/>
                  </a:cubicBezTo>
                  <a:cubicBezTo>
                    <a:pt x="519" y="894"/>
                    <a:pt x="503" y="880"/>
                    <a:pt x="533" y="900"/>
                  </a:cubicBezTo>
                  <a:cubicBezTo>
                    <a:pt x="537" y="906"/>
                    <a:pt x="540" y="913"/>
                    <a:pt x="545" y="918"/>
                  </a:cubicBezTo>
                  <a:cubicBezTo>
                    <a:pt x="550" y="923"/>
                    <a:pt x="558" y="924"/>
                    <a:pt x="563" y="930"/>
                  </a:cubicBezTo>
                  <a:cubicBezTo>
                    <a:pt x="575" y="946"/>
                    <a:pt x="561" y="953"/>
                    <a:pt x="581" y="966"/>
                  </a:cubicBezTo>
                  <a:cubicBezTo>
                    <a:pt x="592" y="973"/>
                    <a:pt x="617" y="978"/>
                    <a:pt x="617" y="978"/>
                  </a:cubicBezTo>
                  <a:cubicBezTo>
                    <a:pt x="619" y="984"/>
                    <a:pt x="617" y="995"/>
                    <a:pt x="623" y="996"/>
                  </a:cubicBezTo>
                  <a:cubicBezTo>
                    <a:pt x="624" y="996"/>
                    <a:pt x="710" y="973"/>
                    <a:pt x="713" y="972"/>
                  </a:cubicBezTo>
                  <a:cubicBezTo>
                    <a:pt x="742" y="943"/>
                    <a:pt x="726" y="927"/>
                    <a:pt x="743" y="906"/>
                  </a:cubicBezTo>
                  <a:cubicBezTo>
                    <a:pt x="756" y="890"/>
                    <a:pt x="785" y="886"/>
                    <a:pt x="803" y="882"/>
                  </a:cubicBezTo>
                  <a:cubicBezTo>
                    <a:pt x="822" y="853"/>
                    <a:pt x="813" y="817"/>
                    <a:pt x="785" y="798"/>
                  </a:cubicBezTo>
                  <a:cubicBezTo>
                    <a:pt x="787" y="780"/>
                    <a:pt x="781" y="759"/>
                    <a:pt x="791" y="744"/>
                  </a:cubicBezTo>
                  <a:cubicBezTo>
                    <a:pt x="798" y="733"/>
                    <a:pt x="827" y="732"/>
                    <a:pt x="827" y="732"/>
                  </a:cubicBezTo>
                  <a:cubicBezTo>
                    <a:pt x="856" y="742"/>
                    <a:pt x="866" y="735"/>
                    <a:pt x="887" y="714"/>
                  </a:cubicBezTo>
                  <a:cubicBezTo>
                    <a:pt x="901" y="672"/>
                    <a:pt x="887" y="682"/>
                    <a:pt x="917" y="672"/>
                  </a:cubicBezTo>
                  <a:cubicBezTo>
                    <a:pt x="940" y="687"/>
                    <a:pt x="956" y="693"/>
                    <a:pt x="983" y="684"/>
                  </a:cubicBezTo>
                  <a:cubicBezTo>
                    <a:pt x="989" y="675"/>
                    <a:pt x="1010" y="644"/>
                    <a:pt x="1019" y="630"/>
                  </a:cubicBezTo>
                  <a:cubicBezTo>
                    <a:pt x="1023" y="624"/>
                    <a:pt x="1024" y="614"/>
                    <a:pt x="1031" y="612"/>
                  </a:cubicBezTo>
                  <a:cubicBezTo>
                    <a:pt x="1079" y="596"/>
                    <a:pt x="1055" y="602"/>
                    <a:pt x="1103" y="594"/>
                  </a:cubicBezTo>
                  <a:cubicBezTo>
                    <a:pt x="1117" y="553"/>
                    <a:pt x="1110" y="517"/>
                    <a:pt x="1121" y="474"/>
                  </a:cubicBezTo>
                  <a:cubicBezTo>
                    <a:pt x="1127" y="452"/>
                    <a:pt x="1210" y="450"/>
                    <a:pt x="1211" y="450"/>
                  </a:cubicBezTo>
                  <a:cubicBezTo>
                    <a:pt x="1226" y="406"/>
                    <a:pt x="1206" y="358"/>
                    <a:pt x="1247" y="330"/>
                  </a:cubicBezTo>
                  <a:cubicBezTo>
                    <a:pt x="1248" y="319"/>
                    <a:pt x="1267" y="229"/>
                    <a:pt x="1253" y="210"/>
                  </a:cubicBezTo>
                  <a:cubicBezTo>
                    <a:pt x="1248" y="203"/>
                    <a:pt x="1237" y="206"/>
                    <a:pt x="1229" y="204"/>
                  </a:cubicBezTo>
                  <a:cubicBezTo>
                    <a:pt x="1157" y="182"/>
                    <a:pt x="1168" y="175"/>
                    <a:pt x="1079" y="168"/>
                  </a:cubicBezTo>
                  <a:cubicBezTo>
                    <a:pt x="1077" y="162"/>
                    <a:pt x="1078" y="154"/>
                    <a:pt x="1073" y="150"/>
                  </a:cubicBezTo>
                  <a:cubicBezTo>
                    <a:pt x="1063" y="143"/>
                    <a:pt x="1037" y="138"/>
                    <a:pt x="1037" y="138"/>
                  </a:cubicBezTo>
                  <a:cubicBezTo>
                    <a:pt x="972" y="144"/>
                    <a:pt x="955" y="155"/>
                    <a:pt x="899" y="174"/>
                  </a:cubicBezTo>
                  <a:cubicBezTo>
                    <a:pt x="848" y="191"/>
                    <a:pt x="791" y="178"/>
                    <a:pt x="737" y="180"/>
                  </a:cubicBezTo>
                  <a:cubicBezTo>
                    <a:pt x="689" y="196"/>
                    <a:pt x="613" y="173"/>
                    <a:pt x="563" y="168"/>
                  </a:cubicBezTo>
                  <a:cubicBezTo>
                    <a:pt x="526" y="156"/>
                    <a:pt x="537" y="128"/>
                    <a:pt x="515" y="102"/>
                  </a:cubicBezTo>
                  <a:cubicBezTo>
                    <a:pt x="494" y="77"/>
                    <a:pt x="457" y="58"/>
                    <a:pt x="431" y="36"/>
                  </a:cubicBezTo>
                  <a:cubicBezTo>
                    <a:pt x="412" y="21"/>
                    <a:pt x="393" y="19"/>
                    <a:pt x="371" y="12"/>
                  </a:cubicBezTo>
                  <a:cubicBezTo>
                    <a:pt x="359" y="8"/>
                    <a:pt x="335" y="0"/>
                    <a:pt x="335" y="0"/>
                  </a:cubicBezTo>
                  <a:cubicBezTo>
                    <a:pt x="195" y="12"/>
                    <a:pt x="243" y="12"/>
                    <a:pt x="191" y="12"/>
                  </a:cubicBezTo>
                </a:path>
              </a:pathLst>
            </a:cu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4" name="Freeform 61"/>
            <p:cNvSpPr>
              <a:spLocks/>
            </p:cNvSpPr>
            <p:nvPr/>
          </p:nvSpPr>
          <p:spPr bwMode="auto">
            <a:xfrm>
              <a:off x="6751638" y="2663825"/>
              <a:ext cx="1677987" cy="1852613"/>
            </a:xfrm>
            <a:custGeom>
              <a:avLst/>
              <a:gdLst>
                <a:gd name="T0" fmla="*/ 2147483647 w 1187"/>
                <a:gd name="T1" fmla="*/ 2147483647 h 1311"/>
                <a:gd name="T2" fmla="*/ 2147483647 w 1187"/>
                <a:gd name="T3" fmla="*/ 2147483647 h 1311"/>
                <a:gd name="T4" fmla="*/ 2147483647 w 1187"/>
                <a:gd name="T5" fmla="*/ 2147483647 h 1311"/>
                <a:gd name="T6" fmla="*/ 2147483647 w 1187"/>
                <a:gd name="T7" fmla="*/ 2147483647 h 1311"/>
                <a:gd name="T8" fmla="*/ 2147483647 w 1187"/>
                <a:gd name="T9" fmla="*/ 2147483647 h 1311"/>
                <a:gd name="T10" fmla="*/ 2147483647 w 1187"/>
                <a:gd name="T11" fmla="*/ 2147483647 h 1311"/>
                <a:gd name="T12" fmla="*/ 2147483647 w 1187"/>
                <a:gd name="T13" fmla="*/ 2147483647 h 1311"/>
                <a:gd name="T14" fmla="*/ 2147483647 w 1187"/>
                <a:gd name="T15" fmla="*/ 2147483647 h 1311"/>
                <a:gd name="T16" fmla="*/ 2147483647 w 1187"/>
                <a:gd name="T17" fmla="*/ 2147483647 h 1311"/>
                <a:gd name="T18" fmla="*/ 2147483647 w 1187"/>
                <a:gd name="T19" fmla="*/ 2147483647 h 1311"/>
                <a:gd name="T20" fmla="*/ 2147483647 w 1187"/>
                <a:gd name="T21" fmla="*/ 2147483647 h 1311"/>
                <a:gd name="T22" fmla="*/ 2147483647 w 1187"/>
                <a:gd name="T23" fmla="*/ 2147483647 h 1311"/>
                <a:gd name="T24" fmla="*/ 2147483647 w 1187"/>
                <a:gd name="T25" fmla="*/ 2147483647 h 1311"/>
                <a:gd name="T26" fmla="*/ 2147483647 w 1187"/>
                <a:gd name="T27" fmla="*/ 2147483647 h 1311"/>
                <a:gd name="T28" fmla="*/ 2147483647 w 1187"/>
                <a:gd name="T29" fmla="*/ 2147483647 h 1311"/>
                <a:gd name="T30" fmla="*/ 2147483647 w 1187"/>
                <a:gd name="T31" fmla="*/ 2147483647 h 1311"/>
                <a:gd name="T32" fmla="*/ 2147483647 w 1187"/>
                <a:gd name="T33" fmla="*/ 2147483647 h 1311"/>
                <a:gd name="T34" fmla="*/ 2147483647 w 1187"/>
                <a:gd name="T35" fmla="*/ 2147483647 h 1311"/>
                <a:gd name="T36" fmla="*/ 2147483647 w 1187"/>
                <a:gd name="T37" fmla="*/ 2147483647 h 1311"/>
                <a:gd name="T38" fmla="*/ 2147483647 w 1187"/>
                <a:gd name="T39" fmla="*/ 2147483647 h 1311"/>
                <a:gd name="T40" fmla="*/ 2147483647 w 1187"/>
                <a:gd name="T41" fmla="*/ 2147483647 h 1311"/>
                <a:gd name="T42" fmla="*/ 2147483647 w 1187"/>
                <a:gd name="T43" fmla="*/ 2147483647 h 1311"/>
                <a:gd name="T44" fmla="*/ 2147483647 w 1187"/>
                <a:gd name="T45" fmla="*/ 2147483647 h 1311"/>
                <a:gd name="T46" fmla="*/ 2147483647 w 1187"/>
                <a:gd name="T47" fmla="*/ 2147483647 h 1311"/>
                <a:gd name="T48" fmla="*/ 2147483647 w 1187"/>
                <a:gd name="T49" fmla="*/ 2147483647 h 1311"/>
                <a:gd name="T50" fmla="*/ 2147483647 w 1187"/>
                <a:gd name="T51" fmla="*/ 2147483647 h 1311"/>
                <a:gd name="T52" fmla="*/ 2147483647 w 1187"/>
                <a:gd name="T53" fmla="*/ 2147483647 h 1311"/>
                <a:gd name="T54" fmla="*/ 2147483647 w 1187"/>
                <a:gd name="T55" fmla="*/ 2147483647 h 1311"/>
                <a:gd name="T56" fmla="*/ 2147483647 w 1187"/>
                <a:gd name="T57" fmla="*/ 2147483647 h 1311"/>
                <a:gd name="T58" fmla="*/ 2147483647 w 1187"/>
                <a:gd name="T59" fmla="*/ 2147483647 h 1311"/>
                <a:gd name="T60" fmla="*/ 2147483647 w 1187"/>
                <a:gd name="T61" fmla="*/ 2147483647 h 1311"/>
                <a:gd name="T62" fmla="*/ 2147483647 w 1187"/>
                <a:gd name="T63" fmla="*/ 2147483647 h 1311"/>
                <a:gd name="T64" fmla="*/ 2147483647 w 1187"/>
                <a:gd name="T65" fmla="*/ 2147483647 h 1311"/>
                <a:gd name="T66" fmla="*/ 2147483647 w 1187"/>
                <a:gd name="T67" fmla="*/ 2147483647 h 1311"/>
                <a:gd name="T68" fmla="*/ 2147483647 w 1187"/>
                <a:gd name="T69" fmla="*/ 2147483647 h 1311"/>
                <a:gd name="T70" fmla="*/ 2147483647 w 1187"/>
                <a:gd name="T71" fmla="*/ 2147483647 h 1311"/>
                <a:gd name="T72" fmla="*/ 2147483647 w 1187"/>
                <a:gd name="T73" fmla="*/ 2147483647 h 1311"/>
                <a:gd name="T74" fmla="*/ 2147483647 w 1187"/>
                <a:gd name="T75" fmla="*/ 2147483647 h 13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187"/>
                <a:gd name="T115" fmla="*/ 0 h 1311"/>
                <a:gd name="T116" fmla="*/ 1187 w 1187"/>
                <a:gd name="T117" fmla="*/ 1311 h 13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187" h="1311">
                  <a:moveTo>
                    <a:pt x="494" y="108"/>
                  </a:moveTo>
                  <a:cubicBezTo>
                    <a:pt x="474" y="115"/>
                    <a:pt x="440" y="138"/>
                    <a:pt x="440" y="138"/>
                  </a:cubicBezTo>
                  <a:cubicBezTo>
                    <a:pt x="438" y="172"/>
                    <a:pt x="441" y="207"/>
                    <a:pt x="434" y="240"/>
                  </a:cubicBezTo>
                  <a:cubicBezTo>
                    <a:pt x="433" y="246"/>
                    <a:pt x="421" y="242"/>
                    <a:pt x="416" y="246"/>
                  </a:cubicBezTo>
                  <a:cubicBezTo>
                    <a:pt x="401" y="258"/>
                    <a:pt x="392" y="300"/>
                    <a:pt x="392" y="300"/>
                  </a:cubicBezTo>
                  <a:cubicBezTo>
                    <a:pt x="374" y="297"/>
                    <a:pt x="347" y="304"/>
                    <a:pt x="338" y="288"/>
                  </a:cubicBezTo>
                  <a:cubicBezTo>
                    <a:pt x="332" y="277"/>
                    <a:pt x="343" y="258"/>
                    <a:pt x="332" y="252"/>
                  </a:cubicBezTo>
                  <a:cubicBezTo>
                    <a:pt x="313" y="241"/>
                    <a:pt x="288" y="248"/>
                    <a:pt x="266" y="246"/>
                  </a:cubicBezTo>
                  <a:cubicBezTo>
                    <a:pt x="214" y="280"/>
                    <a:pt x="275" y="235"/>
                    <a:pt x="242" y="276"/>
                  </a:cubicBezTo>
                  <a:cubicBezTo>
                    <a:pt x="237" y="282"/>
                    <a:pt x="205" y="298"/>
                    <a:pt x="200" y="300"/>
                  </a:cubicBezTo>
                  <a:cubicBezTo>
                    <a:pt x="188" y="305"/>
                    <a:pt x="164" y="312"/>
                    <a:pt x="164" y="312"/>
                  </a:cubicBezTo>
                  <a:cubicBezTo>
                    <a:pt x="156" y="324"/>
                    <a:pt x="154" y="343"/>
                    <a:pt x="140" y="348"/>
                  </a:cubicBezTo>
                  <a:cubicBezTo>
                    <a:pt x="128" y="352"/>
                    <a:pt x="104" y="360"/>
                    <a:pt x="104" y="360"/>
                  </a:cubicBezTo>
                  <a:cubicBezTo>
                    <a:pt x="100" y="366"/>
                    <a:pt x="94" y="371"/>
                    <a:pt x="92" y="378"/>
                  </a:cubicBezTo>
                  <a:cubicBezTo>
                    <a:pt x="88" y="394"/>
                    <a:pt x="95" y="413"/>
                    <a:pt x="86" y="426"/>
                  </a:cubicBezTo>
                  <a:cubicBezTo>
                    <a:pt x="79" y="436"/>
                    <a:pt x="62" y="434"/>
                    <a:pt x="50" y="438"/>
                  </a:cubicBezTo>
                  <a:cubicBezTo>
                    <a:pt x="44" y="440"/>
                    <a:pt x="32" y="444"/>
                    <a:pt x="32" y="444"/>
                  </a:cubicBezTo>
                  <a:cubicBezTo>
                    <a:pt x="18" y="500"/>
                    <a:pt x="47" y="512"/>
                    <a:pt x="62" y="558"/>
                  </a:cubicBezTo>
                  <a:cubicBezTo>
                    <a:pt x="57" y="601"/>
                    <a:pt x="66" y="620"/>
                    <a:pt x="26" y="630"/>
                  </a:cubicBezTo>
                  <a:cubicBezTo>
                    <a:pt x="14" y="665"/>
                    <a:pt x="0" y="692"/>
                    <a:pt x="20" y="732"/>
                  </a:cubicBezTo>
                  <a:cubicBezTo>
                    <a:pt x="25" y="741"/>
                    <a:pt x="40" y="736"/>
                    <a:pt x="50" y="738"/>
                  </a:cubicBezTo>
                  <a:cubicBezTo>
                    <a:pt x="75" y="755"/>
                    <a:pt x="103" y="757"/>
                    <a:pt x="128" y="774"/>
                  </a:cubicBezTo>
                  <a:cubicBezTo>
                    <a:pt x="122" y="807"/>
                    <a:pt x="127" y="840"/>
                    <a:pt x="92" y="852"/>
                  </a:cubicBezTo>
                  <a:cubicBezTo>
                    <a:pt x="88" y="864"/>
                    <a:pt x="84" y="876"/>
                    <a:pt x="80" y="888"/>
                  </a:cubicBezTo>
                  <a:cubicBezTo>
                    <a:pt x="77" y="896"/>
                    <a:pt x="79" y="906"/>
                    <a:pt x="74" y="912"/>
                  </a:cubicBezTo>
                  <a:cubicBezTo>
                    <a:pt x="70" y="917"/>
                    <a:pt x="62" y="915"/>
                    <a:pt x="56" y="918"/>
                  </a:cubicBezTo>
                  <a:cubicBezTo>
                    <a:pt x="50" y="921"/>
                    <a:pt x="44" y="926"/>
                    <a:pt x="38" y="930"/>
                  </a:cubicBezTo>
                  <a:cubicBezTo>
                    <a:pt x="40" y="944"/>
                    <a:pt x="40" y="958"/>
                    <a:pt x="44" y="972"/>
                  </a:cubicBezTo>
                  <a:cubicBezTo>
                    <a:pt x="46" y="979"/>
                    <a:pt x="56" y="983"/>
                    <a:pt x="56" y="990"/>
                  </a:cubicBezTo>
                  <a:cubicBezTo>
                    <a:pt x="56" y="1003"/>
                    <a:pt x="44" y="1026"/>
                    <a:pt x="44" y="1026"/>
                  </a:cubicBezTo>
                  <a:cubicBezTo>
                    <a:pt x="57" y="1079"/>
                    <a:pt x="37" y="1032"/>
                    <a:pt x="122" y="1056"/>
                  </a:cubicBezTo>
                  <a:cubicBezTo>
                    <a:pt x="129" y="1058"/>
                    <a:pt x="128" y="1069"/>
                    <a:pt x="134" y="1074"/>
                  </a:cubicBezTo>
                  <a:cubicBezTo>
                    <a:pt x="139" y="1078"/>
                    <a:pt x="146" y="1078"/>
                    <a:pt x="152" y="1080"/>
                  </a:cubicBezTo>
                  <a:cubicBezTo>
                    <a:pt x="178" y="1071"/>
                    <a:pt x="198" y="1059"/>
                    <a:pt x="224" y="1050"/>
                  </a:cubicBezTo>
                  <a:cubicBezTo>
                    <a:pt x="244" y="1079"/>
                    <a:pt x="234" y="1111"/>
                    <a:pt x="254" y="1140"/>
                  </a:cubicBezTo>
                  <a:cubicBezTo>
                    <a:pt x="257" y="1180"/>
                    <a:pt x="243" y="1228"/>
                    <a:pt x="284" y="1242"/>
                  </a:cubicBezTo>
                  <a:cubicBezTo>
                    <a:pt x="296" y="1207"/>
                    <a:pt x="290" y="1234"/>
                    <a:pt x="320" y="1254"/>
                  </a:cubicBezTo>
                  <a:cubicBezTo>
                    <a:pt x="362" y="1248"/>
                    <a:pt x="399" y="1256"/>
                    <a:pt x="440" y="1248"/>
                  </a:cubicBezTo>
                  <a:cubicBezTo>
                    <a:pt x="460" y="1235"/>
                    <a:pt x="465" y="1220"/>
                    <a:pt x="488" y="1212"/>
                  </a:cubicBezTo>
                  <a:cubicBezTo>
                    <a:pt x="554" y="1311"/>
                    <a:pt x="392" y="1264"/>
                    <a:pt x="698" y="1254"/>
                  </a:cubicBezTo>
                  <a:cubicBezTo>
                    <a:pt x="701" y="1244"/>
                    <a:pt x="706" y="1224"/>
                    <a:pt x="716" y="1218"/>
                  </a:cubicBezTo>
                  <a:cubicBezTo>
                    <a:pt x="727" y="1211"/>
                    <a:pt x="752" y="1206"/>
                    <a:pt x="752" y="1206"/>
                  </a:cubicBezTo>
                  <a:cubicBezTo>
                    <a:pt x="758" y="1212"/>
                    <a:pt x="763" y="1220"/>
                    <a:pt x="770" y="1224"/>
                  </a:cubicBezTo>
                  <a:cubicBezTo>
                    <a:pt x="781" y="1230"/>
                    <a:pt x="806" y="1236"/>
                    <a:pt x="806" y="1236"/>
                  </a:cubicBezTo>
                  <a:cubicBezTo>
                    <a:pt x="829" y="1201"/>
                    <a:pt x="836" y="1230"/>
                    <a:pt x="872" y="1218"/>
                  </a:cubicBezTo>
                  <a:cubicBezTo>
                    <a:pt x="873" y="1214"/>
                    <a:pt x="875" y="1169"/>
                    <a:pt x="890" y="1164"/>
                  </a:cubicBezTo>
                  <a:cubicBezTo>
                    <a:pt x="904" y="1159"/>
                    <a:pt x="957" y="1186"/>
                    <a:pt x="974" y="1194"/>
                  </a:cubicBezTo>
                  <a:cubicBezTo>
                    <a:pt x="1004" y="1239"/>
                    <a:pt x="1020" y="1207"/>
                    <a:pt x="1058" y="1194"/>
                  </a:cubicBezTo>
                  <a:cubicBezTo>
                    <a:pt x="1100" y="1222"/>
                    <a:pt x="1086" y="1230"/>
                    <a:pt x="1106" y="1200"/>
                  </a:cubicBezTo>
                  <a:cubicBezTo>
                    <a:pt x="1097" y="1173"/>
                    <a:pt x="1076" y="1160"/>
                    <a:pt x="1094" y="1128"/>
                  </a:cubicBezTo>
                  <a:cubicBezTo>
                    <a:pt x="1101" y="1115"/>
                    <a:pt x="1122" y="1120"/>
                    <a:pt x="1136" y="1116"/>
                  </a:cubicBezTo>
                  <a:cubicBezTo>
                    <a:pt x="1120" y="1068"/>
                    <a:pt x="1126" y="1094"/>
                    <a:pt x="1136" y="996"/>
                  </a:cubicBezTo>
                  <a:cubicBezTo>
                    <a:pt x="1138" y="976"/>
                    <a:pt x="1166" y="942"/>
                    <a:pt x="1166" y="942"/>
                  </a:cubicBezTo>
                  <a:cubicBezTo>
                    <a:pt x="1162" y="881"/>
                    <a:pt x="1187" y="819"/>
                    <a:pt x="1124" y="840"/>
                  </a:cubicBezTo>
                  <a:cubicBezTo>
                    <a:pt x="1110" y="883"/>
                    <a:pt x="1123" y="869"/>
                    <a:pt x="1094" y="888"/>
                  </a:cubicBezTo>
                  <a:cubicBezTo>
                    <a:pt x="1079" y="886"/>
                    <a:pt x="1009" y="885"/>
                    <a:pt x="1040" y="846"/>
                  </a:cubicBezTo>
                  <a:cubicBezTo>
                    <a:pt x="1044" y="841"/>
                    <a:pt x="1052" y="842"/>
                    <a:pt x="1058" y="840"/>
                  </a:cubicBezTo>
                  <a:cubicBezTo>
                    <a:pt x="1069" y="786"/>
                    <a:pt x="1063" y="779"/>
                    <a:pt x="1010" y="768"/>
                  </a:cubicBezTo>
                  <a:cubicBezTo>
                    <a:pt x="1014" y="715"/>
                    <a:pt x="1001" y="633"/>
                    <a:pt x="1040" y="594"/>
                  </a:cubicBezTo>
                  <a:cubicBezTo>
                    <a:pt x="1058" y="523"/>
                    <a:pt x="1044" y="449"/>
                    <a:pt x="1058" y="378"/>
                  </a:cubicBezTo>
                  <a:cubicBezTo>
                    <a:pt x="1059" y="372"/>
                    <a:pt x="1070" y="374"/>
                    <a:pt x="1076" y="372"/>
                  </a:cubicBezTo>
                  <a:cubicBezTo>
                    <a:pt x="1091" y="349"/>
                    <a:pt x="1108" y="272"/>
                    <a:pt x="1088" y="252"/>
                  </a:cubicBezTo>
                  <a:cubicBezTo>
                    <a:pt x="1075" y="239"/>
                    <a:pt x="1040" y="228"/>
                    <a:pt x="1040" y="228"/>
                  </a:cubicBezTo>
                  <a:cubicBezTo>
                    <a:pt x="1029" y="195"/>
                    <a:pt x="1035" y="225"/>
                    <a:pt x="1040" y="186"/>
                  </a:cubicBezTo>
                  <a:cubicBezTo>
                    <a:pt x="1050" y="98"/>
                    <a:pt x="1023" y="123"/>
                    <a:pt x="1064" y="96"/>
                  </a:cubicBezTo>
                  <a:cubicBezTo>
                    <a:pt x="1057" y="67"/>
                    <a:pt x="1050" y="63"/>
                    <a:pt x="1022" y="54"/>
                  </a:cubicBezTo>
                  <a:cubicBezTo>
                    <a:pt x="1001" y="23"/>
                    <a:pt x="1007" y="13"/>
                    <a:pt x="968" y="0"/>
                  </a:cubicBezTo>
                  <a:cubicBezTo>
                    <a:pt x="954" y="22"/>
                    <a:pt x="910" y="51"/>
                    <a:pt x="884" y="60"/>
                  </a:cubicBezTo>
                  <a:cubicBezTo>
                    <a:pt x="841" y="54"/>
                    <a:pt x="810" y="43"/>
                    <a:pt x="770" y="30"/>
                  </a:cubicBezTo>
                  <a:cubicBezTo>
                    <a:pt x="756" y="32"/>
                    <a:pt x="740" y="28"/>
                    <a:pt x="728" y="36"/>
                  </a:cubicBezTo>
                  <a:cubicBezTo>
                    <a:pt x="710" y="47"/>
                    <a:pt x="704" y="72"/>
                    <a:pt x="686" y="84"/>
                  </a:cubicBezTo>
                  <a:cubicBezTo>
                    <a:pt x="680" y="82"/>
                    <a:pt x="672" y="82"/>
                    <a:pt x="668" y="78"/>
                  </a:cubicBezTo>
                  <a:cubicBezTo>
                    <a:pt x="664" y="74"/>
                    <a:pt x="667" y="64"/>
                    <a:pt x="662" y="60"/>
                  </a:cubicBezTo>
                  <a:cubicBezTo>
                    <a:pt x="652" y="53"/>
                    <a:pt x="626" y="48"/>
                    <a:pt x="626" y="48"/>
                  </a:cubicBezTo>
                  <a:cubicBezTo>
                    <a:pt x="614" y="52"/>
                    <a:pt x="598" y="55"/>
                    <a:pt x="590" y="66"/>
                  </a:cubicBezTo>
                  <a:cubicBezTo>
                    <a:pt x="571" y="90"/>
                    <a:pt x="600" y="80"/>
                    <a:pt x="572" y="102"/>
                  </a:cubicBezTo>
                  <a:cubicBezTo>
                    <a:pt x="552" y="118"/>
                    <a:pt x="517" y="116"/>
                    <a:pt x="494" y="108"/>
                  </a:cubicBezTo>
                  <a:close/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5" name="Freeform 62"/>
            <p:cNvSpPr>
              <a:spLocks/>
            </p:cNvSpPr>
            <p:nvPr/>
          </p:nvSpPr>
          <p:spPr bwMode="auto">
            <a:xfrm>
              <a:off x="6092825" y="1123950"/>
              <a:ext cx="2111375" cy="1717675"/>
            </a:xfrm>
            <a:custGeom>
              <a:avLst/>
              <a:gdLst>
                <a:gd name="T0" fmla="*/ 2147483647 w 1494"/>
                <a:gd name="T1" fmla="*/ 2147483647 h 1215"/>
                <a:gd name="T2" fmla="*/ 2147483647 w 1494"/>
                <a:gd name="T3" fmla="*/ 2147483647 h 1215"/>
                <a:gd name="T4" fmla="*/ 2147483647 w 1494"/>
                <a:gd name="T5" fmla="*/ 2147483647 h 1215"/>
                <a:gd name="T6" fmla="*/ 2147483647 w 1494"/>
                <a:gd name="T7" fmla="*/ 2147483647 h 1215"/>
                <a:gd name="T8" fmla="*/ 2147483647 w 1494"/>
                <a:gd name="T9" fmla="*/ 2147483647 h 1215"/>
                <a:gd name="T10" fmla="*/ 2147483647 w 1494"/>
                <a:gd name="T11" fmla="*/ 2147483647 h 1215"/>
                <a:gd name="T12" fmla="*/ 2147483647 w 1494"/>
                <a:gd name="T13" fmla="*/ 2147483647 h 1215"/>
                <a:gd name="T14" fmla="*/ 2147483647 w 1494"/>
                <a:gd name="T15" fmla="*/ 2147483647 h 1215"/>
                <a:gd name="T16" fmla="*/ 2147483647 w 1494"/>
                <a:gd name="T17" fmla="*/ 2147483647 h 1215"/>
                <a:gd name="T18" fmla="*/ 2147483647 w 1494"/>
                <a:gd name="T19" fmla="*/ 2147483647 h 1215"/>
                <a:gd name="T20" fmla="*/ 2147483647 w 1494"/>
                <a:gd name="T21" fmla="*/ 2147483647 h 1215"/>
                <a:gd name="T22" fmla="*/ 2147483647 w 1494"/>
                <a:gd name="T23" fmla="*/ 2147483647 h 1215"/>
                <a:gd name="T24" fmla="*/ 2147483647 w 1494"/>
                <a:gd name="T25" fmla="*/ 2147483647 h 1215"/>
                <a:gd name="T26" fmla="*/ 2147483647 w 1494"/>
                <a:gd name="T27" fmla="*/ 2147483647 h 1215"/>
                <a:gd name="T28" fmla="*/ 2147483647 w 1494"/>
                <a:gd name="T29" fmla="*/ 2147483647 h 1215"/>
                <a:gd name="T30" fmla="*/ 2147483647 w 1494"/>
                <a:gd name="T31" fmla="*/ 2147483647 h 1215"/>
                <a:gd name="T32" fmla="*/ 2147483647 w 1494"/>
                <a:gd name="T33" fmla="*/ 2147483647 h 1215"/>
                <a:gd name="T34" fmla="*/ 2147483647 w 1494"/>
                <a:gd name="T35" fmla="*/ 2147483647 h 1215"/>
                <a:gd name="T36" fmla="*/ 2147483647 w 1494"/>
                <a:gd name="T37" fmla="*/ 2147483647 h 1215"/>
                <a:gd name="T38" fmla="*/ 2147483647 w 1494"/>
                <a:gd name="T39" fmla="*/ 2147483647 h 1215"/>
                <a:gd name="T40" fmla="*/ 2147483647 w 1494"/>
                <a:gd name="T41" fmla="*/ 2147483647 h 1215"/>
                <a:gd name="T42" fmla="*/ 2147483647 w 1494"/>
                <a:gd name="T43" fmla="*/ 2147483647 h 1215"/>
                <a:gd name="T44" fmla="*/ 2147483647 w 1494"/>
                <a:gd name="T45" fmla="*/ 2147483647 h 1215"/>
                <a:gd name="T46" fmla="*/ 2147483647 w 1494"/>
                <a:gd name="T47" fmla="*/ 2147483647 h 1215"/>
                <a:gd name="T48" fmla="*/ 2147483647 w 1494"/>
                <a:gd name="T49" fmla="*/ 2147483647 h 1215"/>
                <a:gd name="T50" fmla="*/ 2147483647 w 1494"/>
                <a:gd name="T51" fmla="*/ 2147483647 h 1215"/>
                <a:gd name="T52" fmla="*/ 2147483647 w 1494"/>
                <a:gd name="T53" fmla="*/ 2147483647 h 1215"/>
                <a:gd name="T54" fmla="*/ 2147483647 w 1494"/>
                <a:gd name="T55" fmla="*/ 2147483647 h 1215"/>
                <a:gd name="T56" fmla="*/ 2147483647 w 1494"/>
                <a:gd name="T57" fmla="*/ 2147483647 h 1215"/>
                <a:gd name="T58" fmla="*/ 2147483647 w 1494"/>
                <a:gd name="T59" fmla="*/ 2147483647 h 1215"/>
                <a:gd name="T60" fmla="*/ 2147483647 w 1494"/>
                <a:gd name="T61" fmla="*/ 2147483647 h 1215"/>
                <a:gd name="T62" fmla="*/ 2147483647 w 1494"/>
                <a:gd name="T63" fmla="*/ 2147483647 h 1215"/>
                <a:gd name="T64" fmla="*/ 2147483647 w 1494"/>
                <a:gd name="T65" fmla="*/ 2147483647 h 1215"/>
                <a:gd name="T66" fmla="*/ 2147483647 w 1494"/>
                <a:gd name="T67" fmla="*/ 2147483647 h 1215"/>
                <a:gd name="T68" fmla="*/ 2147483647 w 1494"/>
                <a:gd name="T69" fmla="*/ 2147483647 h 1215"/>
                <a:gd name="T70" fmla="*/ 2147483647 w 1494"/>
                <a:gd name="T71" fmla="*/ 2147483647 h 1215"/>
                <a:gd name="T72" fmla="*/ 0 w 1494"/>
                <a:gd name="T73" fmla="*/ 2147483647 h 121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494"/>
                <a:gd name="T112" fmla="*/ 0 h 1215"/>
                <a:gd name="T113" fmla="*/ 1494 w 1494"/>
                <a:gd name="T114" fmla="*/ 1215 h 121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494" h="1215">
                  <a:moveTo>
                    <a:pt x="0" y="261"/>
                  </a:moveTo>
                  <a:cubicBezTo>
                    <a:pt x="21" y="229"/>
                    <a:pt x="54" y="227"/>
                    <a:pt x="84" y="207"/>
                  </a:cubicBezTo>
                  <a:cubicBezTo>
                    <a:pt x="103" y="178"/>
                    <a:pt x="89" y="191"/>
                    <a:pt x="132" y="177"/>
                  </a:cubicBezTo>
                  <a:cubicBezTo>
                    <a:pt x="138" y="175"/>
                    <a:pt x="150" y="171"/>
                    <a:pt x="150" y="171"/>
                  </a:cubicBezTo>
                  <a:cubicBezTo>
                    <a:pt x="184" y="182"/>
                    <a:pt x="166" y="206"/>
                    <a:pt x="204" y="219"/>
                  </a:cubicBezTo>
                  <a:cubicBezTo>
                    <a:pt x="216" y="217"/>
                    <a:pt x="229" y="218"/>
                    <a:pt x="240" y="213"/>
                  </a:cubicBezTo>
                  <a:cubicBezTo>
                    <a:pt x="266" y="200"/>
                    <a:pt x="237" y="178"/>
                    <a:pt x="276" y="165"/>
                  </a:cubicBezTo>
                  <a:cubicBezTo>
                    <a:pt x="302" y="167"/>
                    <a:pt x="331" y="159"/>
                    <a:pt x="354" y="171"/>
                  </a:cubicBezTo>
                  <a:cubicBezTo>
                    <a:pt x="365" y="176"/>
                    <a:pt x="352" y="198"/>
                    <a:pt x="360" y="207"/>
                  </a:cubicBezTo>
                  <a:cubicBezTo>
                    <a:pt x="367" y="215"/>
                    <a:pt x="380" y="211"/>
                    <a:pt x="390" y="213"/>
                  </a:cubicBezTo>
                  <a:cubicBezTo>
                    <a:pt x="486" y="211"/>
                    <a:pt x="647" y="275"/>
                    <a:pt x="678" y="183"/>
                  </a:cubicBezTo>
                  <a:cubicBezTo>
                    <a:pt x="674" y="177"/>
                    <a:pt x="672" y="170"/>
                    <a:pt x="666" y="165"/>
                  </a:cubicBezTo>
                  <a:cubicBezTo>
                    <a:pt x="661" y="161"/>
                    <a:pt x="651" y="165"/>
                    <a:pt x="648" y="159"/>
                  </a:cubicBezTo>
                  <a:cubicBezTo>
                    <a:pt x="641" y="145"/>
                    <a:pt x="666" y="133"/>
                    <a:pt x="672" y="129"/>
                  </a:cubicBezTo>
                  <a:cubicBezTo>
                    <a:pt x="660" y="125"/>
                    <a:pt x="648" y="121"/>
                    <a:pt x="636" y="117"/>
                  </a:cubicBezTo>
                  <a:cubicBezTo>
                    <a:pt x="630" y="115"/>
                    <a:pt x="637" y="103"/>
                    <a:pt x="642" y="99"/>
                  </a:cubicBezTo>
                  <a:cubicBezTo>
                    <a:pt x="658" y="86"/>
                    <a:pt x="682" y="90"/>
                    <a:pt x="702" y="87"/>
                  </a:cubicBezTo>
                  <a:cubicBezTo>
                    <a:pt x="712" y="89"/>
                    <a:pt x="725" y="86"/>
                    <a:pt x="732" y="93"/>
                  </a:cubicBezTo>
                  <a:cubicBezTo>
                    <a:pt x="739" y="100"/>
                    <a:pt x="733" y="114"/>
                    <a:pt x="738" y="123"/>
                  </a:cubicBezTo>
                  <a:cubicBezTo>
                    <a:pt x="742" y="129"/>
                    <a:pt x="750" y="131"/>
                    <a:pt x="756" y="135"/>
                  </a:cubicBezTo>
                  <a:cubicBezTo>
                    <a:pt x="783" y="128"/>
                    <a:pt x="787" y="119"/>
                    <a:pt x="798" y="93"/>
                  </a:cubicBezTo>
                  <a:cubicBezTo>
                    <a:pt x="803" y="81"/>
                    <a:pt x="810" y="57"/>
                    <a:pt x="810" y="57"/>
                  </a:cubicBezTo>
                  <a:cubicBezTo>
                    <a:pt x="802" y="24"/>
                    <a:pt x="787" y="22"/>
                    <a:pt x="816" y="3"/>
                  </a:cubicBezTo>
                  <a:cubicBezTo>
                    <a:pt x="834" y="6"/>
                    <a:pt x="859" y="0"/>
                    <a:pt x="870" y="15"/>
                  </a:cubicBezTo>
                  <a:cubicBezTo>
                    <a:pt x="893" y="48"/>
                    <a:pt x="881" y="74"/>
                    <a:pt x="912" y="105"/>
                  </a:cubicBezTo>
                  <a:cubicBezTo>
                    <a:pt x="921" y="132"/>
                    <a:pt x="920" y="162"/>
                    <a:pt x="930" y="189"/>
                  </a:cubicBezTo>
                  <a:cubicBezTo>
                    <a:pt x="936" y="204"/>
                    <a:pt x="955" y="208"/>
                    <a:pt x="966" y="219"/>
                  </a:cubicBezTo>
                  <a:cubicBezTo>
                    <a:pt x="974" y="244"/>
                    <a:pt x="973" y="273"/>
                    <a:pt x="984" y="297"/>
                  </a:cubicBezTo>
                  <a:cubicBezTo>
                    <a:pt x="987" y="304"/>
                    <a:pt x="996" y="305"/>
                    <a:pt x="1002" y="309"/>
                  </a:cubicBezTo>
                  <a:cubicBezTo>
                    <a:pt x="1024" y="342"/>
                    <a:pt x="1020" y="375"/>
                    <a:pt x="1056" y="399"/>
                  </a:cubicBezTo>
                  <a:cubicBezTo>
                    <a:pt x="1082" y="438"/>
                    <a:pt x="1100" y="486"/>
                    <a:pt x="1140" y="513"/>
                  </a:cubicBezTo>
                  <a:cubicBezTo>
                    <a:pt x="1144" y="519"/>
                    <a:pt x="1147" y="526"/>
                    <a:pt x="1152" y="531"/>
                  </a:cubicBezTo>
                  <a:cubicBezTo>
                    <a:pt x="1163" y="540"/>
                    <a:pt x="1188" y="555"/>
                    <a:pt x="1188" y="555"/>
                  </a:cubicBezTo>
                  <a:cubicBezTo>
                    <a:pt x="1201" y="593"/>
                    <a:pt x="1201" y="619"/>
                    <a:pt x="1242" y="633"/>
                  </a:cubicBezTo>
                  <a:cubicBezTo>
                    <a:pt x="1258" y="657"/>
                    <a:pt x="1267" y="680"/>
                    <a:pt x="1284" y="705"/>
                  </a:cubicBezTo>
                  <a:cubicBezTo>
                    <a:pt x="1291" y="716"/>
                    <a:pt x="1298" y="750"/>
                    <a:pt x="1302" y="765"/>
                  </a:cubicBezTo>
                  <a:cubicBezTo>
                    <a:pt x="1312" y="798"/>
                    <a:pt x="1332" y="831"/>
                    <a:pt x="1356" y="855"/>
                  </a:cubicBezTo>
                  <a:cubicBezTo>
                    <a:pt x="1376" y="915"/>
                    <a:pt x="1343" y="824"/>
                    <a:pt x="1380" y="891"/>
                  </a:cubicBezTo>
                  <a:cubicBezTo>
                    <a:pt x="1405" y="937"/>
                    <a:pt x="1374" y="921"/>
                    <a:pt x="1410" y="933"/>
                  </a:cubicBezTo>
                  <a:cubicBezTo>
                    <a:pt x="1450" y="973"/>
                    <a:pt x="1442" y="1037"/>
                    <a:pt x="1482" y="1077"/>
                  </a:cubicBezTo>
                  <a:cubicBezTo>
                    <a:pt x="1494" y="1112"/>
                    <a:pt x="1464" y="1109"/>
                    <a:pt x="1434" y="1119"/>
                  </a:cubicBezTo>
                  <a:cubicBezTo>
                    <a:pt x="1422" y="1123"/>
                    <a:pt x="1398" y="1131"/>
                    <a:pt x="1398" y="1131"/>
                  </a:cubicBezTo>
                  <a:cubicBezTo>
                    <a:pt x="1384" y="1153"/>
                    <a:pt x="1371" y="1153"/>
                    <a:pt x="1350" y="1167"/>
                  </a:cubicBezTo>
                  <a:cubicBezTo>
                    <a:pt x="1309" y="1162"/>
                    <a:pt x="1296" y="1152"/>
                    <a:pt x="1260" y="1143"/>
                  </a:cubicBezTo>
                  <a:cubicBezTo>
                    <a:pt x="1240" y="1145"/>
                    <a:pt x="1219" y="1143"/>
                    <a:pt x="1200" y="1149"/>
                  </a:cubicBezTo>
                  <a:cubicBezTo>
                    <a:pt x="1186" y="1153"/>
                    <a:pt x="1178" y="1168"/>
                    <a:pt x="1164" y="1173"/>
                  </a:cubicBezTo>
                  <a:cubicBezTo>
                    <a:pt x="1160" y="1179"/>
                    <a:pt x="1159" y="1188"/>
                    <a:pt x="1152" y="1191"/>
                  </a:cubicBezTo>
                  <a:cubicBezTo>
                    <a:pt x="1127" y="1201"/>
                    <a:pt x="1127" y="1151"/>
                    <a:pt x="1122" y="1149"/>
                  </a:cubicBezTo>
                  <a:cubicBezTo>
                    <a:pt x="1116" y="1147"/>
                    <a:pt x="1110" y="1145"/>
                    <a:pt x="1104" y="1143"/>
                  </a:cubicBezTo>
                  <a:cubicBezTo>
                    <a:pt x="1018" y="1172"/>
                    <a:pt x="1122" y="1131"/>
                    <a:pt x="1032" y="1191"/>
                  </a:cubicBezTo>
                  <a:cubicBezTo>
                    <a:pt x="1020" y="1199"/>
                    <a:pt x="996" y="1215"/>
                    <a:pt x="996" y="1215"/>
                  </a:cubicBezTo>
                  <a:cubicBezTo>
                    <a:pt x="953" y="1201"/>
                    <a:pt x="967" y="1214"/>
                    <a:pt x="948" y="1185"/>
                  </a:cubicBezTo>
                  <a:cubicBezTo>
                    <a:pt x="938" y="1126"/>
                    <a:pt x="933" y="1142"/>
                    <a:pt x="870" y="1149"/>
                  </a:cubicBezTo>
                  <a:cubicBezTo>
                    <a:pt x="816" y="1167"/>
                    <a:pt x="837" y="1134"/>
                    <a:pt x="816" y="1113"/>
                  </a:cubicBezTo>
                  <a:cubicBezTo>
                    <a:pt x="803" y="1100"/>
                    <a:pt x="780" y="1104"/>
                    <a:pt x="762" y="1101"/>
                  </a:cubicBezTo>
                  <a:cubicBezTo>
                    <a:pt x="740" y="1034"/>
                    <a:pt x="780" y="1044"/>
                    <a:pt x="690" y="1053"/>
                  </a:cubicBezTo>
                  <a:cubicBezTo>
                    <a:pt x="700" y="1105"/>
                    <a:pt x="699" y="1102"/>
                    <a:pt x="642" y="1095"/>
                  </a:cubicBezTo>
                  <a:cubicBezTo>
                    <a:pt x="623" y="1066"/>
                    <a:pt x="637" y="1079"/>
                    <a:pt x="594" y="1065"/>
                  </a:cubicBezTo>
                  <a:cubicBezTo>
                    <a:pt x="588" y="1063"/>
                    <a:pt x="576" y="1059"/>
                    <a:pt x="576" y="1059"/>
                  </a:cubicBezTo>
                  <a:cubicBezTo>
                    <a:pt x="559" y="1085"/>
                    <a:pt x="560" y="1113"/>
                    <a:pt x="534" y="1131"/>
                  </a:cubicBezTo>
                  <a:cubicBezTo>
                    <a:pt x="503" y="1126"/>
                    <a:pt x="487" y="1124"/>
                    <a:pt x="462" y="1107"/>
                  </a:cubicBezTo>
                  <a:cubicBezTo>
                    <a:pt x="446" y="1109"/>
                    <a:pt x="430" y="1113"/>
                    <a:pt x="414" y="1113"/>
                  </a:cubicBezTo>
                  <a:cubicBezTo>
                    <a:pt x="345" y="1113"/>
                    <a:pt x="415" y="1037"/>
                    <a:pt x="426" y="1005"/>
                  </a:cubicBezTo>
                  <a:cubicBezTo>
                    <a:pt x="430" y="945"/>
                    <a:pt x="438" y="895"/>
                    <a:pt x="444" y="837"/>
                  </a:cubicBezTo>
                  <a:cubicBezTo>
                    <a:pt x="432" y="768"/>
                    <a:pt x="405" y="771"/>
                    <a:pt x="336" y="765"/>
                  </a:cubicBezTo>
                  <a:cubicBezTo>
                    <a:pt x="279" y="727"/>
                    <a:pt x="277" y="666"/>
                    <a:pt x="264" y="603"/>
                  </a:cubicBezTo>
                  <a:cubicBezTo>
                    <a:pt x="270" y="563"/>
                    <a:pt x="267" y="552"/>
                    <a:pt x="294" y="525"/>
                  </a:cubicBezTo>
                  <a:cubicBezTo>
                    <a:pt x="287" y="473"/>
                    <a:pt x="274" y="456"/>
                    <a:pt x="222" y="447"/>
                  </a:cubicBezTo>
                  <a:cubicBezTo>
                    <a:pt x="203" y="418"/>
                    <a:pt x="212" y="436"/>
                    <a:pt x="198" y="393"/>
                  </a:cubicBezTo>
                  <a:cubicBezTo>
                    <a:pt x="195" y="385"/>
                    <a:pt x="182" y="389"/>
                    <a:pt x="174" y="387"/>
                  </a:cubicBezTo>
                  <a:cubicBezTo>
                    <a:pt x="131" y="377"/>
                    <a:pt x="158" y="386"/>
                    <a:pt x="126" y="375"/>
                  </a:cubicBezTo>
                  <a:cubicBezTo>
                    <a:pt x="96" y="352"/>
                    <a:pt x="94" y="327"/>
                    <a:pt x="66" y="309"/>
                  </a:cubicBezTo>
                  <a:cubicBezTo>
                    <a:pt x="57" y="283"/>
                    <a:pt x="40" y="281"/>
                    <a:pt x="18" y="267"/>
                  </a:cubicBezTo>
                  <a:cubicBezTo>
                    <a:pt x="10" y="244"/>
                    <a:pt x="16" y="245"/>
                    <a:pt x="0" y="261"/>
                  </a:cubicBezTo>
                  <a:close/>
                </a:path>
              </a:pathLst>
            </a:cu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6" name="Freeform 63"/>
            <p:cNvSpPr>
              <a:spLocks/>
            </p:cNvSpPr>
            <p:nvPr/>
          </p:nvSpPr>
          <p:spPr bwMode="auto">
            <a:xfrm>
              <a:off x="5270500" y="1425575"/>
              <a:ext cx="1484313" cy="1576388"/>
            </a:xfrm>
            <a:custGeom>
              <a:avLst/>
              <a:gdLst>
                <a:gd name="T0" fmla="*/ 2147483647 w 1050"/>
                <a:gd name="T1" fmla="*/ 2147483647 h 1116"/>
                <a:gd name="T2" fmla="*/ 2147483647 w 1050"/>
                <a:gd name="T3" fmla="*/ 2147483647 h 1116"/>
                <a:gd name="T4" fmla="*/ 2147483647 w 1050"/>
                <a:gd name="T5" fmla="*/ 2147483647 h 1116"/>
                <a:gd name="T6" fmla="*/ 2147483647 w 1050"/>
                <a:gd name="T7" fmla="*/ 2147483647 h 1116"/>
                <a:gd name="T8" fmla="*/ 2147483647 w 1050"/>
                <a:gd name="T9" fmla="*/ 2147483647 h 1116"/>
                <a:gd name="T10" fmla="*/ 2147483647 w 1050"/>
                <a:gd name="T11" fmla="*/ 2147483647 h 1116"/>
                <a:gd name="T12" fmla="*/ 2147483647 w 1050"/>
                <a:gd name="T13" fmla="*/ 2147483647 h 1116"/>
                <a:gd name="T14" fmla="*/ 2147483647 w 1050"/>
                <a:gd name="T15" fmla="*/ 2147483647 h 1116"/>
                <a:gd name="T16" fmla="*/ 2147483647 w 1050"/>
                <a:gd name="T17" fmla="*/ 2147483647 h 1116"/>
                <a:gd name="T18" fmla="*/ 0 w 1050"/>
                <a:gd name="T19" fmla="*/ 2147483647 h 1116"/>
                <a:gd name="T20" fmla="*/ 2147483647 w 1050"/>
                <a:gd name="T21" fmla="*/ 2147483647 h 1116"/>
                <a:gd name="T22" fmla="*/ 2147483647 w 1050"/>
                <a:gd name="T23" fmla="*/ 2147483647 h 1116"/>
                <a:gd name="T24" fmla="*/ 2147483647 w 1050"/>
                <a:gd name="T25" fmla="*/ 2147483647 h 1116"/>
                <a:gd name="T26" fmla="*/ 2147483647 w 1050"/>
                <a:gd name="T27" fmla="*/ 2147483647 h 1116"/>
                <a:gd name="T28" fmla="*/ 2147483647 w 1050"/>
                <a:gd name="T29" fmla="*/ 2147483647 h 1116"/>
                <a:gd name="T30" fmla="*/ 2147483647 w 1050"/>
                <a:gd name="T31" fmla="*/ 2147483647 h 1116"/>
                <a:gd name="T32" fmla="*/ 2147483647 w 1050"/>
                <a:gd name="T33" fmla="*/ 2147483647 h 1116"/>
                <a:gd name="T34" fmla="*/ 2147483647 w 1050"/>
                <a:gd name="T35" fmla="*/ 2147483647 h 1116"/>
                <a:gd name="T36" fmla="*/ 2147483647 w 1050"/>
                <a:gd name="T37" fmla="*/ 2147483647 h 1116"/>
                <a:gd name="T38" fmla="*/ 2147483647 w 1050"/>
                <a:gd name="T39" fmla="*/ 2147483647 h 1116"/>
                <a:gd name="T40" fmla="*/ 2147483647 w 1050"/>
                <a:gd name="T41" fmla="*/ 2147483647 h 1116"/>
                <a:gd name="T42" fmla="*/ 2147483647 w 1050"/>
                <a:gd name="T43" fmla="*/ 2147483647 h 1116"/>
                <a:gd name="T44" fmla="*/ 2147483647 w 1050"/>
                <a:gd name="T45" fmla="*/ 2147483647 h 1116"/>
                <a:gd name="T46" fmla="*/ 2147483647 w 1050"/>
                <a:gd name="T47" fmla="*/ 2147483647 h 1116"/>
                <a:gd name="T48" fmla="*/ 2147483647 w 1050"/>
                <a:gd name="T49" fmla="*/ 2147483647 h 1116"/>
                <a:gd name="T50" fmla="*/ 2147483647 w 1050"/>
                <a:gd name="T51" fmla="*/ 2147483647 h 1116"/>
                <a:gd name="T52" fmla="*/ 2147483647 w 1050"/>
                <a:gd name="T53" fmla="*/ 2147483647 h 1116"/>
                <a:gd name="T54" fmla="*/ 2147483647 w 1050"/>
                <a:gd name="T55" fmla="*/ 2147483647 h 1116"/>
                <a:gd name="T56" fmla="*/ 2147483647 w 1050"/>
                <a:gd name="T57" fmla="*/ 2147483647 h 1116"/>
                <a:gd name="T58" fmla="*/ 2147483647 w 1050"/>
                <a:gd name="T59" fmla="*/ 2147483647 h 1116"/>
                <a:gd name="T60" fmla="*/ 2147483647 w 1050"/>
                <a:gd name="T61" fmla="*/ 2147483647 h 1116"/>
                <a:gd name="T62" fmla="*/ 2147483647 w 1050"/>
                <a:gd name="T63" fmla="*/ 2147483647 h 1116"/>
                <a:gd name="T64" fmla="*/ 2147483647 w 1050"/>
                <a:gd name="T65" fmla="*/ 2147483647 h 1116"/>
                <a:gd name="T66" fmla="*/ 2147483647 w 1050"/>
                <a:gd name="T67" fmla="*/ 2147483647 h 1116"/>
                <a:gd name="T68" fmla="*/ 2147483647 w 1050"/>
                <a:gd name="T69" fmla="*/ 2147483647 h 1116"/>
                <a:gd name="T70" fmla="*/ 2147483647 w 1050"/>
                <a:gd name="T71" fmla="*/ 2147483647 h 1116"/>
                <a:gd name="T72" fmla="*/ 2147483647 w 1050"/>
                <a:gd name="T73" fmla="*/ 2147483647 h 1116"/>
                <a:gd name="T74" fmla="*/ 2147483647 w 1050"/>
                <a:gd name="T75" fmla="*/ 2147483647 h 1116"/>
                <a:gd name="T76" fmla="*/ 2147483647 w 1050"/>
                <a:gd name="T77" fmla="*/ 2147483647 h 1116"/>
                <a:gd name="T78" fmla="*/ 2147483647 w 1050"/>
                <a:gd name="T79" fmla="*/ 2147483647 h 1116"/>
                <a:gd name="T80" fmla="*/ 2147483647 w 1050"/>
                <a:gd name="T81" fmla="*/ 2147483647 h 1116"/>
                <a:gd name="T82" fmla="*/ 2147483647 w 1050"/>
                <a:gd name="T83" fmla="*/ 2147483647 h 1116"/>
                <a:gd name="T84" fmla="*/ 2147483647 w 1050"/>
                <a:gd name="T85" fmla="*/ 0 h 1116"/>
                <a:gd name="T86" fmla="*/ 2147483647 w 1050"/>
                <a:gd name="T87" fmla="*/ 2147483647 h 1116"/>
                <a:gd name="T88" fmla="*/ 2147483647 w 1050"/>
                <a:gd name="T89" fmla="*/ 2147483647 h 1116"/>
                <a:gd name="T90" fmla="*/ 2147483647 w 1050"/>
                <a:gd name="T91" fmla="*/ 2147483647 h 1116"/>
                <a:gd name="T92" fmla="*/ 2147483647 w 1050"/>
                <a:gd name="T93" fmla="*/ 2147483647 h 1116"/>
                <a:gd name="T94" fmla="*/ 2147483647 w 1050"/>
                <a:gd name="T95" fmla="*/ 2147483647 h 1116"/>
                <a:gd name="T96" fmla="*/ 2147483647 w 1050"/>
                <a:gd name="T97" fmla="*/ 2147483647 h 1116"/>
                <a:gd name="T98" fmla="*/ 2147483647 w 1050"/>
                <a:gd name="T99" fmla="*/ 2147483647 h 1116"/>
                <a:gd name="T100" fmla="*/ 2147483647 w 1050"/>
                <a:gd name="T101" fmla="*/ 2147483647 h 1116"/>
                <a:gd name="T102" fmla="*/ 2147483647 w 1050"/>
                <a:gd name="T103" fmla="*/ 2147483647 h 1116"/>
                <a:gd name="T104" fmla="*/ 2147483647 w 1050"/>
                <a:gd name="T105" fmla="*/ 2147483647 h 1116"/>
                <a:gd name="T106" fmla="*/ 2147483647 w 1050"/>
                <a:gd name="T107" fmla="*/ 2147483647 h 1116"/>
                <a:gd name="T108" fmla="*/ 2147483647 w 1050"/>
                <a:gd name="T109" fmla="*/ 2147483647 h 1116"/>
                <a:gd name="T110" fmla="*/ 2147483647 w 1050"/>
                <a:gd name="T111" fmla="*/ 2147483647 h 11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050"/>
                <a:gd name="T169" fmla="*/ 0 h 1116"/>
                <a:gd name="T170" fmla="*/ 1050 w 1050"/>
                <a:gd name="T171" fmla="*/ 1116 h 11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050" h="1116">
                  <a:moveTo>
                    <a:pt x="294" y="414"/>
                  </a:moveTo>
                  <a:cubicBezTo>
                    <a:pt x="272" y="412"/>
                    <a:pt x="249" y="414"/>
                    <a:pt x="228" y="408"/>
                  </a:cubicBezTo>
                  <a:cubicBezTo>
                    <a:pt x="204" y="401"/>
                    <a:pt x="219" y="359"/>
                    <a:pt x="210" y="336"/>
                  </a:cubicBezTo>
                  <a:cubicBezTo>
                    <a:pt x="204" y="322"/>
                    <a:pt x="182" y="325"/>
                    <a:pt x="168" y="318"/>
                  </a:cubicBezTo>
                  <a:cubicBezTo>
                    <a:pt x="134" y="327"/>
                    <a:pt x="144" y="338"/>
                    <a:pt x="114" y="348"/>
                  </a:cubicBezTo>
                  <a:cubicBezTo>
                    <a:pt x="92" y="370"/>
                    <a:pt x="96" y="388"/>
                    <a:pt x="66" y="378"/>
                  </a:cubicBezTo>
                  <a:cubicBezTo>
                    <a:pt x="62" y="390"/>
                    <a:pt x="58" y="402"/>
                    <a:pt x="54" y="414"/>
                  </a:cubicBezTo>
                  <a:cubicBezTo>
                    <a:pt x="50" y="426"/>
                    <a:pt x="54" y="439"/>
                    <a:pt x="48" y="450"/>
                  </a:cubicBezTo>
                  <a:cubicBezTo>
                    <a:pt x="41" y="463"/>
                    <a:pt x="20" y="458"/>
                    <a:pt x="6" y="462"/>
                  </a:cubicBezTo>
                  <a:cubicBezTo>
                    <a:pt x="4" y="468"/>
                    <a:pt x="0" y="474"/>
                    <a:pt x="0" y="480"/>
                  </a:cubicBezTo>
                  <a:cubicBezTo>
                    <a:pt x="0" y="584"/>
                    <a:pt x="6" y="569"/>
                    <a:pt x="102" y="576"/>
                  </a:cubicBezTo>
                  <a:cubicBezTo>
                    <a:pt x="112" y="605"/>
                    <a:pt x="110" y="645"/>
                    <a:pt x="126" y="672"/>
                  </a:cubicBezTo>
                  <a:cubicBezTo>
                    <a:pt x="136" y="690"/>
                    <a:pt x="180" y="702"/>
                    <a:pt x="180" y="702"/>
                  </a:cubicBezTo>
                  <a:cubicBezTo>
                    <a:pt x="182" y="690"/>
                    <a:pt x="177" y="675"/>
                    <a:pt x="186" y="666"/>
                  </a:cubicBezTo>
                  <a:cubicBezTo>
                    <a:pt x="192" y="660"/>
                    <a:pt x="202" y="671"/>
                    <a:pt x="210" y="672"/>
                  </a:cubicBezTo>
                  <a:cubicBezTo>
                    <a:pt x="238" y="675"/>
                    <a:pt x="266" y="676"/>
                    <a:pt x="294" y="678"/>
                  </a:cubicBezTo>
                  <a:cubicBezTo>
                    <a:pt x="306" y="696"/>
                    <a:pt x="312" y="714"/>
                    <a:pt x="324" y="732"/>
                  </a:cubicBezTo>
                  <a:cubicBezTo>
                    <a:pt x="319" y="769"/>
                    <a:pt x="325" y="795"/>
                    <a:pt x="294" y="816"/>
                  </a:cubicBezTo>
                  <a:cubicBezTo>
                    <a:pt x="287" y="837"/>
                    <a:pt x="284" y="893"/>
                    <a:pt x="300" y="906"/>
                  </a:cubicBezTo>
                  <a:cubicBezTo>
                    <a:pt x="306" y="911"/>
                    <a:pt x="316" y="910"/>
                    <a:pt x="324" y="912"/>
                  </a:cubicBezTo>
                  <a:cubicBezTo>
                    <a:pt x="331" y="932"/>
                    <a:pt x="342" y="1017"/>
                    <a:pt x="354" y="1032"/>
                  </a:cubicBezTo>
                  <a:cubicBezTo>
                    <a:pt x="367" y="1048"/>
                    <a:pt x="396" y="1052"/>
                    <a:pt x="414" y="1056"/>
                  </a:cubicBezTo>
                  <a:cubicBezTo>
                    <a:pt x="444" y="1076"/>
                    <a:pt x="465" y="1105"/>
                    <a:pt x="498" y="1116"/>
                  </a:cubicBezTo>
                  <a:cubicBezTo>
                    <a:pt x="514" y="1114"/>
                    <a:pt x="531" y="1116"/>
                    <a:pt x="546" y="1110"/>
                  </a:cubicBezTo>
                  <a:cubicBezTo>
                    <a:pt x="570" y="1100"/>
                    <a:pt x="549" y="1063"/>
                    <a:pt x="588" y="1050"/>
                  </a:cubicBezTo>
                  <a:cubicBezTo>
                    <a:pt x="616" y="1052"/>
                    <a:pt x="644" y="1051"/>
                    <a:pt x="672" y="1056"/>
                  </a:cubicBezTo>
                  <a:cubicBezTo>
                    <a:pt x="679" y="1057"/>
                    <a:pt x="683" y="1065"/>
                    <a:pt x="690" y="1068"/>
                  </a:cubicBezTo>
                  <a:cubicBezTo>
                    <a:pt x="702" y="1073"/>
                    <a:pt x="726" y="1080"/>
                    <a:pt x="726" y="1080"/>
                  </a:cubicBezTo>
                  <a:cubicBezTo>
                    <a:pt x="810" y="1066"/>
                    <a:pt x="860" y="1019"/>
                    <a:pt x="924" y="966"/>
                  </a:cubicBezTo>
                  <a:cubicBezTo>
                    <a:pt x="943" y="951"/>
                    <a:pt x="962" y="949"/>
                    <a:pt x="984" y="942"/>
                  </a:cubicBezTo>
                  <a:cubicBezTo>
                    <a:pt x="996" y="938"/>
                    <a:pt x="1020" y="930"/>
                    <a:pt x="1020" y="930"/>
                  </a:cubicBezTo>
                  <a:cubicBezTo>
                    <a:pt x="1011" y="903"/>
                    <a:pt x="1017" y="879"/>
                    <a:pt x="1026" y="852"/>
                  </a:cubicBezTo>
                  <a:cubicBezTo>
                    <a:pt x="1030" y="783"/>
                    <a:pt x="1033" y="715"/>
                    <a:pt x="1050" y="648"/>
                  </a:cubicBezTo>
                  <a:cubicBezTo>
                    <a:pt x="1047" y="623"/>
                    <a:pt x="1040" y="560"/>
                    <a:pt x="1008" y="546"/>
                  </a:cubicBezTo>
                  <a:cubicBezTo>
                    <a:pt x="997" y="541"/>
                    <a:pt x="984" y="543"/>
                    <a:pt x="972" y="540"/>
                  </a:cubicBezTo>
                  <a:cubicBezTo>
                    <a:pt x="943" y="533"/>
                    <a:pt x="927" y="519"/>
                    <a:pt x="900" y="510"/>
                  </a:cubicBezTo>
                  <a:cubicBezTo>
                    <a:pt x="878" y="478"/>
                    <a:pt x="882" y="444"/>
                    <a:pt x="870" y="408"/>
                  </a:cubicBezTo>
                  <a:cubicBezTo>
                    <a:pt x="877" y="388"/>
                    <a:pt x="887" y="374"/>
                    <a:pt x="894" y="354"/>
                  </a:cubicBezTo>
                  <a:cubicBezTo>
                    <a:pt x="890" y="299"/>
                    <a:pt x="896" y="278"/>
                    <a:pt x="876" y="234"/>
                  </a:cubicBezTo>
                  <a:cubicBezTo>
                    <a:pt x="868" y="217"/>
                    <a:pt x="828" y="204"/>
                    <a:pt x="828" y="204"/>
                  </a:cubicBezTo>
                  <a:cubicBezTo>
                    <a:pt x="804" y="132"/>
                    <a:pt x="762" y="136"/>
                    <a:pt x="696" y="114"/>
                  </a:cubicBezTo>
                  <a:cubicBezTo>
                    <a:pt x="674" y="92"/>
                    <a:pt x="662" y="66"/>
                    <a:pt x="642" y="42"/>
                  </a:cubicBezTo>
                  <a:cubicBezTo>
                    <a:pt x="627" y="24"/>
                    <a:pt x="588" y="0"/>
                    <a:pt x="588" y="0"/>
                  </a:cubicBezTo>
                  <a:cubicBezTo>
                    <a:pt x="572" y="2"/>
                    <a:pt x="555" y="0"/>
                    <a:pt x="540" y="6"/>
                  </a:cubicBezTo>
                  <a:cubicBezTo>
                    <a:pt x="528" y="11"/>
                    <a:pt x="535" y="38"/>
                    <a:pt x="522" y="42"/>
                  </a:cubicBezTo>
                  <a:cubicBezTo>
                    <a:pt x="501" y="49"/>
                    <a:pt x="478" y="46"/>
                    <a:pt x="456" y="48"/>
                  </a:cubicBezTo>
                  <a:cubicBezTo>
                    <a:pt x="443" y="67"/>
                    <a:pt x="432" y="114"/>
                    <a:pt x="432" y="114"/>
                  </a:cubicBezTo>
                  <a:cubicBezTo>
                    <a:pt x="420" y="112"/>
                    <a:pt x="408" y="110"/>
                    <a:pt x="396" y="108"/>
                  </a:cubicBezTo>
                  <a:cubicBezTo>
                    <a:pt x="386" y="106"/>
                    <a:pt x="372" y="94"/>
                    <a:pt x="366" y="102"/>
                  </a:cubicBezTo>
                  <a:cubicBezTo>
                    <a:pt x="358" y="111"/>
                    <a:pt x="364" y="129"/>
                    <a:pt x="372" y="138"/>
                  </a:cubicBezTo>
                  <a:cubicBezTo>
                    <a:pt x="379" y="146"/>
                    <a:pt x="392" y="141"/>
                    <a:pt x="402" y="144"/>
                  </a:cubicBezTo>
                  <a:cubicBezTo>
                    <a:pt x="414" y="147"/>
                    <a:pt x="438" y="156"/>
                    <a:pt x="438" y="156"/>
                  </a:cubicBezTo>
                  <a:cubicBezTo>
                    <a:pt x="436" y="170"/>
                    <a:pt x="435" y="184"/>
                    <a:pt x="432" y="198"/>
                  </a:cubicBezTo>
                  <a:cubicBezTo>
                    <a:pt x="419" y="255"/>
                    <a:pt x="400" y="257"/>
                    <a:pt x="342" y="264"/>
                  </a:cubicBezTo>
                  <a:cubicBezTo>
                    <a:pt x="347" y="319"/>
                    <a:pt x="360" y="363"/>
                    <a:pt x="306" y="390"/>
                  </a:cubicBezTo>
                  <a:cubicBezTo>
                    <a:pt x="293" y="410"/>
                    <a:pt x="294" y="401"/>
                    <a:pt x="294" y="414"/>
                  </a:cubicBezTo>
                  <a:close/>
                </a:path>
              </a:pathLst>
            </a:custGeom>
            <a:solidFill>
              <a:srgbClr val="C68D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68DFF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7" name="Freeform 64"/>
            <p:cNvSpPr>
              <a:spLocks/>
            </p:cNvSpPr>
            <p:nvPr/>
          </p:nvSpPr>
          <p:spPr bwMode="auto">
            <a:xfrm>
              <a:off x="6254750" y="2586038"/>
              <a:ext cx="1249363" cy="1408112"/>
            </a:xfrm>
            <a:custGeom>
              <a:avLst/>
              <a:gdLst>
                <a:gd name="T0" fmla="*/ 2147483647 w 884"/>
                <a:gd name="T1" fmla="*/ 2147483647 h 997"/>
                <a:gd name="T2" fmla="*/ 2147483647 w 884"/>
                <a:gd name="T3" fmla="*/ 2147483647 h 997"/>
                <a:gd name="T4" fmla="*/ 2147483647 w 884"/>
                <a:gd name="T5" fmla="*/ 2147483647 h 997"/>
                <a:gd name="T6" fmla="*/ 0 w 884"/>
                <a:gd name="T7" fmla="*/ 2147483647 h 997"/>
                <a:gd name="T8" fmla="*/ 2147483647 w 884"/>
                <a:gd name="T9" fmla="*/ 2147483647 h 997"/>
                <a:gd name="T10" fmla="*/ 2147483647 w 884"/>
                <a:gd name="T11" fmla="*/ 2147483647 h 997"/>
                <a:gd name="T12" fmla="*/ 2147483647 w 884"/>
                <a:gd name="T13" fmla="*/ 2147483647 h 997"/>
                <a:gd name="T14" fmla="*/ 2147483647 w 884"/>
                <a:gd name="T15" fmla="*/ 2147483647 h 997"/>
                <a:gd name="T16" fmla="*/ 2147483647 w 884"/>
                <a:gd name="T17" fmla="*/ 2147483647 h 997"/>
                <a:gd name="T18" fmla="*/ 2147483647 w 884"/>
                <a:gd name="T19" fmla="*/ 2147483647 h 997"/>
                <a:gd name="T20" fmla="*/ 2147483647 w 884"/>
                <a:gd name="T21" fmla="*/ 2147483647 h 997"/>
                <a:gd name="T22" fmla="*/ 2147483647 w 884"/>
                <a:gd name="T23" fmla="*/ 2147483647 h 997"/>
                <a:gd name="T24" fmla="*/ 2147483647 w 884"/>
                <a:gd name="T25" fmla="*/ 2147483647 h 997"/>
                <a:gd name="T26" fmla="*/ 2147483647 w 884"/>
                <a:gd name="T27" fmla="*/ 2147483647 h 997"/>
                <a:gd name="T28" fmla="*/ 2147483647 w 884"/>
                <a:gd name="T29" fmla="*/ 2147483647 h 997"/>
                <a:gd name="T30" fmla="*/ 2147483647 w 884"/>
                <a:gd name="T31" fmla="*/ 2147483647 h 997"/>
                <a:gd name="T32" fmla="*/ 2147483647 w 884"/>
                <a:gd name="T33" fmla="*/ 2147483647 h 997"/>
                <a:gd name="T34" fmla="*/ 2147483647 w 884"/>
                <a:gd name="T35" fmla="*/ 2147483647 h 997"/>
                <a:gd name="T36" fmla="*/ 2147483647 w 884"/>
                <a:gd name="T37" fmla="*/ 2147483647 h 997"/>
                <a:gd name="T38" fmla="*/ 2147483647 w 884"/>
                <a:gd name="T39" fmla="*/ 2147483647 h 997"/>
                <a:gd name="T40" fmla="*/ 2147483647 w 884"/>
                <a:gd name="T41" fmla="*/ 2147483647 h 997"/>
                <a:gd name="T42" fmla="*/ 2147483647 w 884"/>
                <a:gd name="T43" fmla="*/ 2147483647 h 997"/>
                <a:gd name="T44" fmla="*/ 2147483647 w 884"/>
                <a:gd name="T45" fmla="*/ 2147483647 h 997"/>
                <a:gd name="T46" fmla="*/ 2147483647 w 884"/>
                <a:gd name="T47" fmla="*/ 2147483647 h 997"/>
                <a:gd name="T48" fmla="*/ 2147483647 w 884"/>
                <a:gd name="T49" fmla="*/ 2147483647 h 997"/>
                <a:gd name="T50" fmla="*/ 2147483647 w 884"/>
                <a:gd name="T51" fmla="*/ 2147483647 h 997"/>
                <a:gd name="T52" fmla="*/ 2147483647 w 884"/>
                <a:gd name="T53" fmla="*/ 2147483647 h 997"/>
                <a:gd name="T54" fmla="*/ 2147483647 w 884"/>
                <a:gd name="T55" fmla="*/ 2147483647 h 997"/>
                <a:gd name="T56" fmla="*/ 2147483647 w 884"/>
                <a:gd name="T57" fmla="*/ 2147483647 h 997"/>
                <a:gd name="T58" fmla="*/ 2147483647 w 884"/>
                <a:gd name="T59" fmla="*/ 2147483647 h 997"/>
                <a:gd name="T60" fmla="*/ 2147483647 w 884"/>
                <a:gd name="T61" fmla="*/ 2147483647 h 997"/>
                <a:gd name="T62" fmla="*/ 2147483647 w 884"/>
                <a:gd name="T63" fmla="*/ 2147483647 h 997"/>
                <a:gd name="T64" fmla="*/ 2147483647 w 884"/>
                <a:gd name="T65" fmla="*/ 2147483647 h 997"/>
                <a:gd name="T66" fmla="*/ 2147483647 w 884"/>
                <a:gd name="T67" fmla="*/ 2147483647 h 997"/>
                <a:gd name="T68" fmla="*/ 2147483647 w 884"/>
                <a:gd name="T69" fmla="*/ 2147483647 h 997"/>
                <a:gd name="T70" fmla="*/ 2147483647 w 884"/>
                <a:gd name="T71" fmla="*/ 2147483647 h 997"/>
                <a:gd name="T72" fmla="*/ 2147483647 w 884"/>
                <a:gd name="T73" fmla="*/ 2147483647 h 997"/>
                <a:gd name="T74" fmla="*/ 2147483647 w 884"/>
                <a:gd name="T75" fmla="*/ 2147483647 h 997"/>
                <a:gd name="T76" fmla="*/ 2147483647 w 884"/>
                <a:gd name="T77" fmla="*/ 2147483647 h 997"/>
                <a:gd name="T78" fmla="*/ 2147483647 w 884"/>
                <a:gd name="T79" fmla="*/ 2147483647 h 997"/>
                <a:gd name="T80" fmla="*/ 2147483647 w 884"/>
                <a:gd name="T81" fmla="*/ 2147483647 h 997"/>
                <a:gd name="T82" fmla="*/ 2147483647 w 884"/>
                <a:gd name="T83" fmla="*/ 2147483647 h 997"/>
                <a:gd name="T84" fmla="*/ 2147483647 w 884"/>
                <a:gd name="T85" fmla="*/ 2147483647 h 997"/>
                <a:gd name="T86" fmla="*/ 2147483647 w 884"/>
                <a:gd name="T87" fmla="*/ 2147483647 h 997"/>
                <a:gd name="T88" fmla="*/ 2147483647 w 884"/>
                <a:gd name="T89" fmla="*/ 2147483647 h 997"/>
                <a:gd name="T90" fmla="*/ 2147483647 w 884"/>
                <a:gd name="T91" fmla="*/ 2147483647 h 997"/>
                <a:gd name="T92" fmla="*/ 2147483647 w 884"/>
                <a:gd name="T93" fmla="*/ 2147483647 h 997"/>
                <a:gd name="T94" fmla="*/ 2147483647 w 884"/>
                <a:gd name="T95" fmla="*/ 2147483647 h 997"/>
                <a:gd name="T96" fmla="*/ 2147483647 w 884"/>
                <a:gd name="T97" fmla="*/ 2147483647 h 997"/>
                <a:gd name="T98" fmla="*/ 2147483647 w 884"/>
                <a:gd name="T99" fmla="*/ 2147483647 h 997"/>
                <a:gd name="T100" fmla="*/ 2147483647 w 884"/>
                <a:gd name="T101" fmla="*/ 2147483647 h 997"/>
                <a:gd name="T102" fmla="*/ 2147483647 w 884"/>
                <a:gd name="T103" fmla="*/ 2147483647 h 997"/>
                <a:gd name="T104" fmla="*/ 2147483647 w 884"/>
                <a:gd name="T105" fmla="*/ 2147483647 h 997"/>
                <a:gd name="T106" fmla="*/ 2147483647 w 884"/>
                <a:gd name="T107" fmla="*/ 2147483647 h 997"/>
                <a:gd name="T108" fmla="*/ 2147483647 w 884"/>
                <a:gd name="T109" fmla="*/ 2147483647 h 997"/>
                <a:gd name="T110" fmla="*/ 2147483647 w 884"/>
                <a:gd name="T111" fmla="*/ 2147483647 h 997"/>
                <a:gd name="T112" fmla="*/ 2147483647 w 884"/>
                <a:gd name="T113" fmla="*/ 2147483647 h 997"/>
                <a:gd name="T114" fmla="*/ 2147483647 w 884"/>
                <a:gd name="T115" fmla="*/ 2147483647 h 997"/>
                <a:gd name="T116" fmla="*/ 2147483647 w 884"/>
                <a:gd name="T117" fmla="*/ 2147483647 h 997"/>
                <a:gd name="T118" fmla="*/ 2147483647 w 884"/>
                <a:gd name="T119" fmla="*/ 2147483647 h 997"/>
                <a:gd name="T120" fmla="*/ 2147483647 w 884"/>
                <a:gd name="T121" fmla="*/ 2147483647 h 9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84"/>
                <a:gd name="T184" fmla="*/ 0 h 997"/>
                <a:gd name="T185" fmla="*/ 884 w 884"/>
                <a:gd name="T186" fmla="*/ 997 h 99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84" h="997">
                  <a:moveTo>
                    <a:pt x="36" y="223"/>
                  </a:moveTo>
                  <a:cubicBezTo>
                    <a:pt x="28" y="262"/>
                    <a:pt x="8" y="304"/>
                    <a:pt x="48" y="331"/>
                  </a:cubicBezTo>
                  <a:cubicBezTo>
                    <a:pt x="59" y="364"/>
                    <a:pt x="46" y="385"/>
                    <a:pt x="18" y="403"/>
                  </a:cubicBezTo>
                  <a:cubicBezTo>
                    <a:pt x="3" y="447"/>
                    <a:pt x="9" y="427"/>
                    <a:pt x="0" y="463"/>
                  </a:cubicBezTo>
                  <a:cubicBezTo>
                    <a:pt x="2" y="483"/>
                    <a:pt x="0" y="504"/>
                    <a:pt x="6" y="523"/>
                  </a:cubicBezTo>
                  <a:cubicBezTo>
                    <a:pt x="7" y="525"/>
                    <a:pt x="42" y="589"/>
                    <a:pt x="48" y="595"/>
                  </a:cubicBezTo>
                  <a:cubicBezTo>
                    <a:pt x="59" y="606"/>
                    <a:pt x="72" y="615"/>
                    <a:pt x="84" y="625"/>
                  </a:cubicBezTo>
                  <a:cubicBezTo>
                    <a:pt x="95" y="634"/>
                    <a:pt x="120" y="649"/>
                    <a:pt x="120" y="649"/>
                  </a:cubicBezTo>
                  <a:cubicBezTo>
                    <a:pt x="148" y="690"/>
                    <a:pt x="139" y="671"/>
                    <a:pt x="150" y="703"/>
                  </a:cubicBezTo>
                  <a:cubicBezTo>
                    <a:pt x="142" y="745"/>
                    <a:pt x="147" y="723"/>
                    <a:pt x="132" y="769"/>
                  </a:cubicBezTo>
                  <a:cubicBezTo>
                    <a:pt x="130" y="775"/>
                    <a:pt x="126" y="787"/>
                    <a:pt x="126" y="787"/>
                  </a:cubicBezTo>
                  <a:cubicBezTo>
                    <a:pt x="139" y="838"/>
                    <a:pt x="160" y="834"/>
                    <a:pt x="210" y="841"/>
                  </a:cubicBezTo>
                  <a:cubicBezTo>
                    <a:pt x="228" y="868"/>
                    <a:pt x="221" y="890"/>
                    <a:pt x="234" y="919"/>
                  </a:cubicBezTo>
                  <a:cubicBezTo>
                    <a:pt x="242" y="938"/>
                    <a:pt x="270" y="949"/>
                    <a:pt x="288" y="955"/>
                  </a:cubicBezTo>
                  <a:cubicBezTo>
                    <a:pt x="296" y="980"/>
                    <a:pt x="323" y="989"/>
                    <a:pt x="348" y="997"/>
                  </a:cubicBezTo>
                  <a:cubicBezTo>
                    <a:pt x="374" y="992"/>
                    <a:pt x="400" y="984"/>
                    <a:pt x="426" y="979"/>
                  </a:cubicBezTo>
                  <a:cubicBezTo>
                    <a:pt x="439" y="941"/>
                    <a:pt x="456" y="908"/>
                    <a:pt x="468" y="871"/>
                  </a:cubicBezTo>
                  <a:cubicBezTo>
                    <a:pt x="471" y="861"/>
                    <a:pt x="513" y="847"/>
                    <a:pt x="522" y="841"/>
                  </a:cubicBezTo>
                  <a:cubicBezTo>
                    <a:pt x="534" y="804"/>
                    <a:pt x="509" y="813"/>
                    <a:pt x="480" y="805"/>
                  </a:cubicBezTo>
                  <a:cubicBezTo>
                    <a:pt x="452" y="797"/>
                    <a:pt x="431" y="790"/>
                    <a:pt x="408" y="775"/>
                  </a:cubicBezTo>
                  <a:cubicBezTo>
                    <a:pt x="404" y="769"/>
                    <a:pt x="401" y="762"/>
                    <a:pt x="396" y="757"/>
                  </a:cubicBezTo>
                  <a:cubicBezTo>
                    <a:pt x="391" y="752"/>
                    <a:pt x="379" y="752"/>
                    <a:pt x="378" y="745"/>
                  </a:cubicBezTo>
                  <a:cubicBezTo>
                    <a:pt x="367" y="678"/>
                    <a:pt x="373" y="687"/>
                    <a:pt x="414" y="679"/>
                  </a:cubicBezTo>
                  <a:cubicBezTo>
                    <a:pt x="433" y="650"/>
                    <a:pt x="416" y="644"/>
                    <a:pt x="426" y="613"/>
                  </a:cubicBezTo>
                  <a:cubicBezTo>
                    <a:pt x="414" y="531"/>
                    <a:pt x="434" y="596"/>
                    <a:pt x="402" y="559"/>
                  </a:cubicBezTo>
                  <a:cubicBezTo>
                    <a:pt x="393" y="548"/>
                    <a:pt x="378" y="523"/>
                    <a:pt x="378" y="523"/>
                  </a:cubicBezTo>
                  <a:cubicBezTo>
                    <a:pt x="392" y="480"/>
                    <a:pt x="379" y="494"/>
                    <a:pt x="408" y="475"/>
                  </a:cubicBezTo>
                  <a:cubicBezTo>
                    <a:pt x="414" y="477"/>
                    <a:pt x="420" y="483"/>
                    <a:pt x="426" y="481"/>
                  </a:cubicBezTo>
                  <a:cubicBezTo>
                    <a:pt x="448" y="472"/>
                    <a:pt x="436" y="431"/>
                    <a:pt x="450" y="421"/>
                  </a:cubicBezTo>
                  <a:cubicBezTo>
                    <a:pt x="464" y="412"/>
                    <a:pt x="498" y="409"/>
                    <a:pt x="498" y="409"/>
                  </a:cubicBezTo>
                  <a:cubicBezTo>
                    <a:pt x="510" y="401"/>
                    <a:pt x="522" y="393"/>
                    <a:pt x="534" y="385"/>
                  </a:cubicBezTo>
                  <a:cubicBezTo>
                    <a:pt x="540" y="381"/>
                    <a:pt x="552" y="373"/>
                    <a:pt x="552" y="373"/>
                  </a:cubicBezTo>
                  <a:cubicBezTo>
                    <a:pt x="571" y="345"/>
                    <a:pt x="621" y="318"/>
                    <a:pt x="654" y="307"/>
                  </a:cubicBezTo>
                  <a:cubicBezTo>
                    <a:pt x="660" y="313"/>
                    <a:pt x="669" y="317"/>
                    <a:pt x="672" y="325"/>
                  </a:cubicBezTo>
                  <a:cubicBezTo>
                    <a:pt x="677" y="336"/>
                    <a:pt x="669" y="352"/>
                    <a:pt x="678" y="361"/>
                  </a:cubicBezTo>
                  <a:cubicBezTo>
                    <a:pt x="691" y="374"/>
                    <a:pt x="715" y="367"/>
                    <a:pt x="732" y="373"/>
                  </a:cubicBezTo>
                  <a:cubicBezTo>
                    <a:pt x="772" y="346"/>
                    <a:pt x="731" y="333"/>
                    <a:pt x="774" y="319"/>
                  </a:cubicBezTo>
                  <a:cubicBezTo>
                    <a:pt x="794" y="289"/>
                    <a:pt x="776" y="261"/>
                    <a:pt x="786" y="223"/>
                  </a:cubicBezTo>
                  <a:cubicBezTo>
                    <a:pt x="792" y="202"/>
                    <a:pt x="834" y="181"/>
                    <a:pt x="834" y="181"/>
                  </a:cubicBezTo>
                  <a:cubicBezTo>
                    <a:pt x="884" y="106"/>
                    <a:pt x="821" y="119"/>
                    <a:pt x="768" y="115"/>
                  </a:cubicBezTo>
                  <a:cubicBezTo>
                    <a:pt x="757" y="108"/>
                    <a:pt x="741" y="106"/>
                    <a:pt x="732" y="97"/>
                  </a:cubicBezTo>
                  <a:cubicBezTo>
                    <a:pt x="728" y="93"/>
                    <a:pt x="732" y="82"/>
                    <a:pt x="726" y="79"/>
                  </a:cubicBezTo>
                  <a:cubicBezTo>
                    <a:pt x="711" y="72"/>
                    <a:pt x="694" y="75"/>
                    <a:pt x="678" y="73"/>
                  </a:cubicBezTo>
                  <a:cubicBezTo>
                    <a:pt x="676" y="70"/>
                    <a:pt x="651" y="38"/>
                    <a:pt x="648" y="31"/>
                  </a:cubicBezTo>
                  <a:cubicBezTo>
                    <a:pt x="645" y="23"/>
                    <a:pt x="647" y="13"/>
                    <a:pt x="642" y="7"/>
                  </a:cubicBezTo>
                  <a:cubicBezTo>
                    <a:pt x="638" y="2"/>
                    <a:pt x="630" y="3"/>
                    <a:pt x="624" y="1"/>
                  </a:cubicBezTo>
                  <a:cubicBezTo>
                    <a:pt x="606" y="3"/>
                    <a:pt x="587" y="0"/>
                    <a:pt x="570" y="7"/>
                  </a:cubicBezTo>
                  <a:cubicBezTo>
                    <a:pt x="564" y="9"/>
                    <a:pt x="567" y="19"/>
                    <a:pt x="564" y="25"/>
                  </a:cubicBezTo>
                  <a:cubicBezTo>
                    <a:pt x="553" y="47"/>
                    <a:pt x="555" y="42"/>
                    <a:pt x="534" y="49"/>
                  </a:cubicBezTo>
                  <a:cubicBezTo>
                    <a:pt x="522" y="47"/>
                    <a:pt x="509" y="49"/>
                    <a:pt x="498" y="43"/>
                  </a:cubicBezTo>
                  <a:cubicBezTo>
                    <a:pt x="493" y="40"/>
                    <a:pt x="495" y="31"/>
                    <a:pt x="492" y="25"/>
                  </a:cubicBezTo>
                  <a:cubicBezTo>
                    <a:pt x="481" y="3"/>
                    <a:pt x="483" y="8"/>
                    <a:pt x="462" y="1"/>
                  </a:cubicBezTo>
                  <a:cubicBezTo>
                    <a:pt x="421" y="29"/>
                    <a:pt x="454" y="58"/>
                    <a:pt x="414" y="85"/>
                  </a:cubicBezTo>
                  <a:cubicBezTo>
                    <a:pt x="396" y="83"/>
                    <a:pt x="377" y="86"/>
                    <a:pt x="360" y="79"/>
                  </a:cubicBezTo>
                  <a:cubicBezTo>
                    <a:pt x="354" y="77"/>
                    <a:pt x="360" y="63"/>
                    <a:pt x="354" y="61"/>
                  </a:cubicBezTo>
                  <a:cubicBezTo>
                    <a:pt x="340" y="58"/>
                    <a:pt x="326" y="65"/>
                    <a:pt x="312" y="67"/>
                  </a:cubicBezTo>
                  <a:cubicBezTo>
                    <a:pt x="304" y="79"/>
                    <a:pt x="302" y="98"/>
                    <a:pt x="288" y="103"/>
                  </a:cubicBezTo>
                  <a:cubicBezTo>
                    <a:pt x="272" y="108"/>
                    <a:pt x="232" y="116"/>
                    <a:pt x="216" y="127"/>
                  </a:cubicBezTo>
                  <a:cubicBezTo>
                    <a:pt x="175" y="155"/>
                    <a:pt x="143" y="176"/>
                    <a:pt x="108" y="211"/>
                  </a:cubicBezTo>
                  <a:cubicBezTo>
                    <a:pt x="104" y="215"/>
                    <a:pt x="96" y="214"/>
                    <a:pt x="90" y="217"/>
                  </a:cubicBezTo>
                  <a:cubicBezTo>
                    <a:pt x="66" y="229"/>
                    <a:pt x="43" y="240"/>
                    <a:pt x="24" y="259"/>
                  </a:cubicBezTo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8" name="Freeform 65"/>
            <p:cNvSpPr>
              <a:spLocks/>
            </p:cNvSpPr>
            <p:nvPr/>
          </p:nvSpPr>
          <p:spPr bwMode="auto">
            <a:xfrm>
              <a:off x="5205413" y="2781300"/>
              <a:ext cx="1439862" cy="1238250"/>
            </a:xfrm>
            <a:custGeom>
              <a:avLst/>
              <a:gdLst>
                <a:gd name="T0" fmla="*/ 2147483647 w 1018"/>
                <a:gd name="T1" fmla="*/ 2147483647 h 877"/>
                <a:gd name="T2" fmla="*/ 2147483647 w 1018"/>
                <a:gd name="T3" fmla="*/ 2147483647 h 877"/>
                <a:gd name="T4" fmla="*/ 2147483647 w 1018"/>
                <a:gd name="T5" fmla="*/ 2147483647 h 877"/>
                <a:gd name="T6" fmla="*/ 2147483647 w 1018"/>
                <a:gd name="T7" fmla="*/ 2147483647 h 877"/>
                <a:gd name="T8" fmla="*/ 2147483647 w 1018"/>
                <a:gd name="T9" fmla="*/ 2147483647 h 877"/>
                <a:gd name="T10" fmla="*/ 2147483647 w 1018"/>
                <a:gd name="T11" fmla="*/ 2147483647 h 877"/>
                <a:gd name="T12" fmla="*/ 2147483647 w 1018"/>
                <a:gd name="T13" fmla="*/ 2147483647 h 877"/>
                <a:gd name="T14" fmla="*/ 2147483647 w 1018"/>
                <a:gd name="T15" fmla="*/ 2147483647 h 877"/>
                <a:gd name="T16" fmla="*/ 2147483647 w 1018"/>
                <a:gd name="T17" fmla="*/ 2147483647 h 877"/>
                <a:gd name="T18" fmla="*/ 2147483647 w 1018"/>
                <a:gd name="T19" fmla="*/ 2147483647 h 877"/>
                <a:gd name="T20" fmla="*/ 2147483647 w 1018"/>
                <a:gd name="T21" fmla="*/ 2147483647 h 877"/>
                <a:gd name="T22" fmla="*/ 2147483647 w 1018"/>
                <a:gd name="T23" fmla="*/ 2147483647 h 877"/>
                <a:gd name="T24" fmla="*/ 2147483647 w 1018"/>
                <a:gd name="T25" fmla="*/ 2147483647 h 877"/>
                <a:gd name="T26" fmla="*/ 2147483647 w 1018"/>
                <a:gd name="T27" fmla="*/ 2147483647 h 877"/>
                <a:gd name="T28" fmla="*/ 2147483647 w 1018"/>
                <a:gd name="T29" fmla="*/ 2147483647 h 877"/>
                <a:gd name="T30" fmla="*/ 2147483647 w 1018"/>
                <a:gd name="T31" fmla="*/ 2147483647 h 877"/>
                <a:gd name="T32" fmla="*/ 2147483647 w 1018"/>
                <a:gd name="T33" fmla="*/ 2147483647 h 877"/>
                <a:gd name="T34" fmla="*/ 2147483647 w 1018"/>
                <a:gd name="T35" fmla="*/ 2147483647 h 877"/>
                <a:gd name="T36" fmla="*/ 2147483647 w 1018"/>
                <a:gd name="T37" fmla="*/ 2147483647 h 877"/>
                <a:gd name="T38" fmla="*/ 2147483647 w 1018"/>
                <a:gd name="T39" fmla="*/ 2147483647 h 877"/>
                <a:gd name="T40" fmla="*/ 2147483647 w 1018"/>
                <a:gd name="T41" fmla="*/ 2147483647 h 877"/>
                <a:gd name="T42" fmla="*/ 2147483647 w 1018"/>
                <a:gd name="T43" fmla="*/ 2147483647 h 877"/>
                <a:gd name="T44" fmla="*/ 2147483647 w 1018"/>
                <a:gd name="T45" fmla="*/ 2147483647 h 877"/>
                <a:gd name="T46" fmla="*/ 2147483647 w 1018"/>
                <a:gd name="T47" fmla="*/ 2147483647 h 877"/>
                <a:gd name="T48" fmla="*/ 2147483647 w 1018"/>
                <a:gd name="T49" fmla="*/ 2147483647 h 877"/>
                <a:gd name="T50" fmla="*/ 2147483647 w 1018"/>
                <a:gd name="T51" fmla="*/ 2147483647 h 877"/>
                <a:gd name="T52" fmla="*/ 2147483647 w 1018"/>
                <a:gd name="T53" fmla="*/ 2147483647 h 877"/>
                <a:gd name="T54" fmla="*/ 2147483647 w 1018"/>
                <a:gd name="T55" fmla="*/ 2147483647 h 877"/>
                <a:gd name="T56" fmla="*/ 2147483647 w 1018"/>
                <a:gd name="T57" fmla="*/ 2147483647 h 877"/>
                <a:gd name="T58" fmla="*/ 2147483647 w 1018"/>
                <a:gd name="T59" fmla="*/ 2147483647 h 877"/>
                <a:gd name="T60" fmla="*/ 2147483647 w 1018"/>
                <a:gd name="T61" fmla="*/ 2147483647 h 877"/>
                <a:gd name="T62" fmla="*/ 2147483647 w 1018"/>
                <a:gd name="T63" fmla="*/ 2147483647 h 877"/>
                <a:gd name="T64" fmla="*/ 2147483647 w 1018"/>
                <a:gd name="T65" fmla="*/ 2147483647 h 877"/>
                <a:gd name="T66" fmla="*/ 2147483647 w 1018"/>
                <a:gd name="T67" fmla="*/ 2147483647 h 877"/>
                <a:gd name="T68" fmla="*/ 2147483647 w 1018"/>
                <a:gd name="T69" fmla="*/ 2147483647 h 877"/>
                <a:gd name="T70" fmla="*/ 2147483647 w 1018"/>
                <a:gd name="T71" fmla="*/ 2147483647 h 877"/>
                <a:gd name="T72" fmla="*/ 2147483647 w 1018"/>
                <a:gd name="T73" fmla="*/ 2147483647 h 87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18"/>
                <a:gd name="T112" fmla="*/ 0 h 877"/>
                <a:gd name="T113" fmla="*/ 1018 w 1018"/>
                <a:gd name="T114" fmla="*/ 877 h 87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18" h="877">
                  <a:moveTo>
                    <a:pt x="406" y="49"/>
                  </a:moveTo>
                  <a:cubicBezTo>
                    <a:pt x="363" y="78"/>
                    <a:pt x="384" y="70"/>
                    <a:pt x="346" y="79"/>
                  </a:cubicBezTo>
                  <a:cubicBezTo>
                    <a:pt x="329" y="62"/>
                    <a:pt x="317" y="39"/>
                    <a:pt x="298" y="25"/>
                  </a:cubicBezTo>
                  <a:cubicBezTo>
                    <a:pt x="285" y="16"/>
                    <a:pt x="269" y="10"/>
                    <a:pt x="256" y="1"/>
                  </a:cubicBezTo>
                  <a:cubicBezTo>
                    <a:pt x="238" y="3"/>
                    <a:pt x="219" y="0"/>
                    <a:pt x="202" y="7"/>
                  </a:cubicBezTo>
                  <a:cubicBezTo>
                    <a:pt x="196" y="9"/>
                    <a:pt x="200" y="20"/>
                    <a:pt x="196" y="25"/>
                  </a:cubicBezTo>
                  <a:cubicBezTo>
                    <a:pt x="191" y="31"/>
                    <a:pt x="183" y="32"/>
                    <a:pt x="178" y="37"/>
                  </a:cubicBezTo>
                  <a:cubicBezTo>
                    <a:pt x="129" y="80"/>
                    <a:pt x="161" y="67"/>
                    <a:pt x="124" y="79"/>
                  </a:cubicBezTo>
                  <a:cubicBezTo>
                    <a:pt x="90" y="131"/>
                    <a:pt x="135" y="70"/>
                    <a:pt x="94" y="103"/>
                  </a:cubicBezTo>
                  <a:cubicBezTo>
                    <a:pt x="55" y="134"/>
                    <a:pt x="109" y="112"/>
                    <a:pt x="64" y="127"/>
                  </a:cubicBezTo>
                  <a:cubicBezTo>
                    <a:pt x="50" y="170"/>
                    <a:pt x="70" y="118"/>
                    <a:pt x="40" y="163"/>
                  </a:cubicBezTo>
                  <a:cubicBezTo>
                    <a:pt x="36" y="168"/>
                    <a:pt x="37" y="175"/>
                    <a:pt x="34" y="181"/>
                  </a:cubicBezTo>
                  <a:cubicBezTo>
                    <a:pt x="0" y="243"/>
                    <a:pt x="18" y="194"/>
                    <a:pt x="4" y="235"/>
                  </a:cubicBezTo>
                  <a:cubicBezTo>
                    <a:pt x="8" y="281"/>
                    <a:pt x="12" y="303"/>
                    <a:pt x="22" y="343"/>
                  </a:cubicBezTo>
                  <a:cubicBezTo>
                    <a:pt x="46" y="335"/>
                    <a:pt x="56" y="328"/>
                    <a:pt x="70" y="307"/>
                  </a:cubicBezTo>
                  <a:cubicBezTo>
                    <a:pt x="97" y="316"/>
                    <a:pt x="93" y="326"/>
                    <a:pt x="106" y="349"/>
                  </a:cubicBezTo>
                  <a:cubicBezTo>
                    <a:pt x="113" y="362"/>
                    <a:pt x="130" y="385"/>
                    <a:pt x="130" y="385"/>
                  </a:cubicBezTo>
                  <a:cubicBezTo>
                    <a:pt x="128" y="409"/>
                    <a:pt x="133" y="435"/>
                    <a:pt x="124" y="457"/>
                  </a:cubicBezTo>
                  <a:cubicBezTo>
                    <a:pt x="121" y="464"/>
                    <a:pt x="113" y="443"/>
                    <a:pt x="106" y="445"/>
                  </a:cubicBezTo>
                  <a:cubicBezTo>
                    <a:pt x="100" y="447"/>
                    <a:pt x="102" y="457"/>
                    <a:pt x="100" y="463"/>
                  </a:cubicBezTo>
                  <a:cubicBezTo>
                    <a:pt x="104" y="481"/>
                    <a:pt x="104" y="501"/>
                    <a:pt x="112" y="517"/>
                  </a:cubicBezTo>
                  <a:cubicBezTo>
                    <a:pt x="115" y="523"/>
                    <a:pt x="126" y="518"/>
                    <a:pt x="130" y="523"/>
                  </a:cubicBezTo>
                  <a:cubicBezTo>
                    <a:pt x="137" y="533"/>
                    <a:pt x="138" y="547"/>
                    <a:pt x="142" y="559"/>
                  </a:cubicBezTo>
                  <a:cubicBezTo>
                    <a:pt x="144" y="565"/>
                    <a:pt x="148" y="577"/>
                    <a:pt x="148" y="577"/>
                  </a:cubicBezTo>
                  <a:cubicBezTo>
                    <a:pt x="183" y="554"/>
                    <a:pt x="222" y="561"/>
                    <a:pt x="256" y="583"/>
                  </a:cubicBezTo>
                  <a:cubicBezTo>
                    <a:pt x="269" y="621"/>
                    <a:pt x="267" y="647"/>
                    <a:pt x="256" y="685"/>
                  </a:cubicBezTo>
                  <a:cubicBezTo>
                    <a:pt x="252" y="697"/>
                    <a:pt x="244" y="721"/>
                    <a:pt x="244" y="721"/>
                  </a:cubicBezTo>
                  <a:cubicBezTo>
                    <a:pt x="262" y="739"/>
                    <a:pt x="277" y="743"/>
                    <a:pt x="298" y="757"/>
                  </a:cubicBezTo>
                  <a:cubicBezTo>
                    <a:pt x="307" y="783"/>
                    <a:pt x="319" y="803"/>
                    <a:pt x="328" y="829"/>
                  </a:cubicBezTo>
                  <a:cubicBezTo>
                    <a:pt x="331" y="837"/>
                    <a:pt x="340" y="865"/>
                    <a:pt x="340" y="865"/>
                  </a:cubicBezTo>
                  <a:cubicBezTo>
                    <a:pt x="352" y="869"/>
                    <a:pt x="376" y="877"/>
                    <a:pt x="376" y="877"/>
                  </a:cubicBezTo>
                  <a:cubicBezTo>
                    <a:pt x="382" y="875"/>
                    <a:pt x="390" y="875"/>
                    <a:pt x="394" y="871"/>
                  </a:cubicBezTo>
                  <a:cubicBezTo>
                    <a:pt x="398" y="867"/>
                    <a:pt x="395" y="857"/>
                    <a:pt x="400" y="853"/>
                  </a:cubicBezTo>
                  <a:cubicBezTo>
                    <a:pt x="414" y="841"/>
                    <a:pt x="436" y="845"/>
                    <a:pt x="454" y="841"/>
                  </a:cubicBezTo>
                  <a:cubicBezTo>
                    <a:pt x="467" y="801"/>
                    <a:pt x="503" y="799"/>
                    <a:pt x="538" y="787"/>
                  </a:cubicBezTo>
                  <a:cubicBezTo>
                    <a:pt x="526" y="728"/>
                    <a:pt x="533" y="738"/>
                    <a:pt x="598" y="751"/>
                  </a:cubicBezTo>
                  <a:cubicBezTo>
                    <a:pt x="627" y="770"/>
                    <a:pt x="614" y="756"/>
                    <a:pt x="628" y="799"/>
                  </a:cubicBezTo>
                  <a:cubicBezTo>
                    <a:pt x="630" y="805"/>
                    <a:pt x="640" y="802"/>
                    <a:pt x="646" y="805"/>
                  </a:cubicBezTo>
                  <a:cubicBezTo>
                    <a:pt x="687" y="826"/>
                    <a:pt x="638" y="811"/>
                    <a:pt x="688" y="823"/>
                  </a:cubicBezTo>
                  <a:cubicBezTo>
                    <a:pt x="700" y="819"/>
                    <a:pt x="712" y="815"/>
                    <a:pt x="724" y="811"/>
                  </a:cubicBezTo>
                  <a:cubicBezTo>
                    <a:pt x="736" y="807"/>
                    <a:pt x="736" y="775"/>
                    <a:pt x="736" y="775"/>
                  </a:cubicBezTo>
                  <a:cubicBezTo>
                    <a:pt x="734" y="769"/>
                    <a:pt x="734" y="761"/>
                    <a:pt x="730" y="757"/>
                  </a:cubicBezTo>
                  <a:cubicBezTo>
                    <a:pt x="726" y="753"/>
                    <a:pt x="712" y="745"/>
                    <a:pt x="712" y="751"/>
                  </a:cubicBezTo>
                  <a:cubicBezTo>
                    <a:pt x="712" y="758"/>
                    <a:pt x="723" y="761"/>
                    <a:pt x="730" y="763"/>
                  </a:cubicBezTo>
                  <a:cubicBezTo>
                    <a:pt x="747" y="769"/>
                    <a:pt x="767" y="769"/>
                    <a:pt x="784" y="775"/>
                  </a:cubicBezTo>
                  <a:cubicBezTo>
                    <a:pt x="800" y="823"/>
                    <a:pt x="776" y="767"/>
                    <a:pt x="808" y="799"/>
                  </a:cubicBezTo>
                  <a:cubicBezTo>
                    <a:pt x="835" y="826"/>
                    <a:pt x="820" y="834"/>
                    <a:pt x="850" y="847"/>
                  </a:cubicBezTo>
                  <a:cubicBezTo>
                    <a:pt x="858" y="850"/>
                    <a:pt x="866" y="851"/>
                    <a:pt x="874" y="853"/>
                  </a:cubicBezTo>
                  <a:cubicBezTo>
                    <a:pt x="886" y="857"/>
                    <a:pt x="910" y="865"/>
                    <a:pt x="910" y="865"/>
                  </a:cubicBezTo>
                  <a:cubicBezTo>
                    <a:pt x="934" y="849"/>
                    <a:pt x="957" y="840"/>
                    <a:pt x="982" y="823"/>
                  </a:cubicBezTo>
                  <a:cubicBezTo>
                    <a:pt x="994" y="815"/>
                    <a:pt x="1018" y="799"/>
                    <a:pt x="1018" y="799"/>
                  </a:cubicBezTo>
                  <a:cubicBezTo>
                    <a:pt x="1012" y="795"/>
                    <a:pt x="1006" y="790"/>
                    <a:pt x="1000" y="787"/>
                  </a:cubicBezTo>
                  <a:cubicBezTo>
                    <a:pt x="994" y="784"/>
                    <a:pt x="985" y="786"/>
                    <a:pt x="982" y="781"/>
                  </a:cubicBezTo>
                  <a:cubicBezTo>
                    <a:pt x="973" y="765"/>
                    <a:pt x="976" y="744"/>
                    <a:pt x="970" y="727"/>
                  </a:cubicBezTo>
                  <a:cubicBezTo>
                    <a:pt x="962" y="660"/>
                    <a:pt x="960" y="669"/>
                    <a:pt x="892" y="661"/>
                  </a:cubicBezTo>
                  <a:cubicBezTo>
                    <a:pt x="888" y="655"/>
                    <a:pt x="880" y="650"/>
                    <a:pt x="880" y="643"/>
                  </a:cubicBezTo>
                  <a:cubicBezTo>
                    <a:pt x="880" y="631"/>
                    <a:pt x="906" y="601"/>
                    <a:pt x="916" y="595"/>
                  </a:cubicBezTo>
                  <a:cubicBezTo>
                    <a:pt x="926" y="564"/>
                    <a:pt x="937" y="550"/>
                    <a:pt x="922" y="517"/>
                  </a:cubicBezTo>
                  <a:cubicBezTo>
                    <a:pt x="917" y="505"/>
                    <a:pt x="870" y="494"/>
                    <a:pt x="868" y="493"/>
                  </a:cubicBezTo>
                  <a:cubicBezTo>
                    <a:pt x="856" y="485"/>
                    <a:pt x="832" y="469"/>
                    <a:pt x="832" y="469"/>
                  </a:cubicBezTo>
                  <a:cubicBezTo>
                    <a:pt x="823" y="441"/>
                    <a:pt x="828" y="421"/>
                    <a:pt x="802" y="403"/>
                  </a:cubicBezTo>
                  <a:cubicBezTo>
                    <a:pt x="794" y="378"/>
                    <a:pt x="781" y="383"/>
                    <a:pt x="766" y="361"/>
                  </a:cubicBezTo>
                  <a:cubicBezTo>
                    <a:pt x="772" y="296"/>
                    <a:pt x="768" y="268"/>
                    <a:pt x="832" y="247"/>
                  </a:cubicBezTo>
                  <a:cubicBezTo>
                    <a:pt x="855" y="212"/>
                    <a:pt x="840" y="182"/>
                    <a:pt x="802" y="169"/>
                  </a:cubicBezTo>
                  <a:cubicBezTo>
                    <a:pt x="795" y="147"/>
                    <a:pt x="798" y="115"/>
                    <a:pt x="784" y="97"/>
                  </a:cubicBezTo>
                  <a:cubicBezTo>
                    <a:pt x="778" y="89"/>
                    <a:pt x="749" y="77"/>
                    <a:pt x="742" y="73"/>
                  </a:cubicBezTo>
                  <a:cubicBezTo>
                    <a:pt x="730" y="66"/>
                    <a:pt x="706" y="49"/>
                    <a:pt x="706" y="49"/>
                  </a:cubicBezTo>
                  <a:cubicBezTo>
                    <a:pt x="674" y="51"/>
                    <a:pt x="642" y="50"/>
                    <a:pt x="610" y="55"/>
                  </a:cubicBezTo>
                  <a:cubicBezTo>
                    <a:pt x="587" y="59"/>
                    <a:pt x="594" y="71"/>
                    <a:pt x="586" y="85"/>
                  </a:cubicBezTo>
                  <a:cubicBezTo>
                    <a:pt x="565" y="122"/>
                    <a:pt x="570" y="115"/>
                    <a:pt x="544" y="133"/>
                  </a:cubicBezTo>
                  <a:cubicBezTo>
                    <a:pt x="510" y="122"/>
                    <a:pt x="530" y="131"/>
                    <a:pt x="490" y="91"/>
                  </a:cubicBezTo>
                  <a:cubicBezTo>
                    <a:pt x="480" y="81"/>
                    <a:pt x="466" y="75"/>
                    <a:pt x="454" y="67"/>
                  </a:cubicBezTo>
                  <a:cubicBezTo>
                    <a:pt x="448" y="63"/>
                    <a:pt x="436" y="55"/>
                    <a:pt x="436" y="55"/>
                  </a:cubicBezTo>
                  <a:cubicBezTo>
                    <a:pt x="418" y="57"/>
                    <a:pt x="399" y="54"/>
                    <a:pt x="382" y="61"/>
                  </a:cubicBezTo>
                  <a:cubicBezTo>
                    <a:pt x="362" y="69"/>
                    <a:pt x="386" y="89"/>
                    <a:pt x="370" y="73"/>
                  </a:cubicBezTo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39" name="Freeform 66"/>
            <p:cNvSpPr>
              <a:spLocks/>
            </p:cNvSpPr>
            <p:nvPr/>
          </p:nvSpPr>
          <p:spPr bwMode="auto">
            <a:xfrm>
              <a:off x="5192713" y="6191250"/>
              <a:ext cx="822325" cy="528638"/>
            </a:xfrm>
            <a:custGeom>
              <a:avLst/>
              <a:gdLst>
                <a:gd name="T0" fmla="*/ 2147483647 w 582"/>
                <a:gd name="T1" fmla="*/ 2147483647 h 374"/>
                <a:gd name="T2" fmla="*/ 2147483647 w 582"/>
                <a:gd name="T3" fmla="*/ 2147483647 h 374"/>
                <a:gd name="T4" fmla="*/ 2147483647 w 582"/>
                <a:gd name="T5" fmla="*/ 2147483647 h 374"/>
                <a:gd name="T6" fmla="*/ 2147483647 w 582"/>
                <a:gd name="T7" fmla="*/ 2147483647 h 374"/>
                <a:gd name="T8" fmla="*/ 2147483647 w 582"/>
                <a:gd name="T9" fmla="*/ 2147483647 h 374"/>
                <a:gd name="T10" fmla="*/ 2147483647 w 582"/>
                <a:gd name="T11" fmla="*/ 2147483647 h 374"/>
                <a:gd name="T12" fmla="*/ 2147483647 w 582"/>
                <a:gd name="T13" fmla="*/ 2147483647 h 374"/>
                <a:gd name="T14" fmla="*/ 2147483647 w 582"/>
                <a:gd name="T15" fmla="*/ 2147483647 h 374"/>
                <a:gd name="T16" fmla="*/ 2147483647 w 582"/>
                <a:gd name="T17" fmla="*/ 2147483647 h 374"/>
                <a:gd name="T18" fmla="*/ 2147483647 w 582"/>
                <a:gd name="T19" fmla="*/ 2147483647 h 374"/>
                <a:gd name="T20" fmla="*/ 2147483647 w 582"/>
                <a:gd name="T21" fmla="*/ 2147483647 h 374"/>
                <a:gd name="T22" fmla="*/ 2147483647 w 582"/>
                <a:gd name="T23" fmla="*/ 2147483647 h 374"/>
                <a:gd name="T24" fmla="*/ 2147483647 w 582"/>
                <a:gd name="T25" fmla="*/ 2147483647 h 374"/>
                <a:gd name="T26" fmla="*/ 2147483647 w 582"/>
                <a:gd name="T27" fmla="*/ 2147483647 h 374"/>
                <a:gd name="T28" fmla="*/ 2147483647 w 582"/>
                <a:gd name="T29" fmla="*/ 2147483647 h 374"/>
                <a:gd name="T30" fmla="*/ 2147483647 w 582"/>
                <a:gd name="T31" fmla="*/ 2147483647 h 374"/>
                <a:gd name="T32" fmla="*/ 2147483647 w 582"/>
                <a:gd name="T33" fmla="*/ 2147483647 h 374"/>
                <a:gd name="T34" fmla="*/ 2147483647 w 582"/>
                <a:gd name="T35" fmla="*/ 2147483647 h 374"/>
                <a:gd name="T36" fmla="*/ 2147483647 w 582"/>
                <a:gd name="T37" fmla="*/ 2147483647 h 374"/>
                <a:gd name="T38" fmla="*/ 2147483647 w 582"/>
                <a:gd name="T39" fmla="*/ 2147483647 h 374"/>
                <a:gd name="T40" fmla="*/ 2147483647 w 582"/>
                <a:gd name="T41" fmla="*/ 2147483647 h 374"/>
                <a:gd name="T42" fmla="*/ 2147483647 w 582"/>
                <a:gd name="T43" fmla="*/ 2147483647 h 374"/>
                <a:gd name="T44" fmla="*/ 2147483647 w 582"/>
                <a:gd name="T45" fmla="*/ 2147483647 h 374"/>
                <a:gd name="T46" fmla="*/ 2147483647 w 582"/>
                <a:gd name="T47" fmla="*/ 0 h 374"/>
                <a:gd name="T48" fmla="*/ 2147483647 w 582"/>
                <a:gd name="T49" fmla="*/ 2147483647 h 374"/>
                <a:gd name="T50" fmla="*/ 2147483647 w 582"/>
                <a:gd name="T51" fmla="*/ 2147483647 h 374"/>
                <a:gd name="T52" fmla="*/ 2147483647 w 582"/>
                <a:gd name="T53" fmla="*/ 2147483647 h 374"/>
                <a:gd name="T54" fmla="*/ 2147483647 w 582"/>
                <a:gd name="T55" fmla="*/ 2147483647 h 374"/>
                <a:gd name="T56" fmla="*/ 2147483647 w 582"/>
                <a:gd name="T57" fmla="*/ 2147483647 h 374"/>
                <a:gd name="T58" fmla="*/ 2147483647 w 582"/>
                <a:gd name="T59" fmla="*/ 2147483647 h 37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2"/>
                <a:gd name="T91" fmla="*/ 0 h 374"/>
                <a:gd name="T92" fmla="*/ 582 w 582"/>
                <a:gd name="T93" fmla="*/ 374 h 37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2" h="374">
                  <a:moveTo>
                    <a:pt x="175" y="66"/>
                  </a:moveTo>
                  <a:cubicBezTo>
                    <a:pt x="186" y="98"/>
                    <a:pt x="168" y="89"/>
                    <a:pt x="139" y="96"/>
                  </a:cubicBezTo>
                  <a:cubicBezTo>
                    <a:pt x="137" y="104"/>
                    <a:pt x="139" y="115"/>
                    <a:pt x="133" y="120"/>
                  </a:cubicBezTo>
                  <a:cubicBezTo>
                    <a:pt x="123" y="128"/>
                    <a:pt x="97" y="132"/>
                    <a:pt x="97" y="132"/>
                  </a:cubicBezTo>
                  <a:cubicBezTo>
                    <a:pt x="71" y="171"/>
                    <a:pt x="83" y="129"/>
                    <a:pt x="43" y="156"/>
                  </a:cubicBezTo>
                  <a:cubicBezTo>
                    <a:pt x="27" y="205"/>
                    <a:pt x="0" y="239"/>
                    <a:pt x="49" y="288"/>
                  </a:cubicBezTo>
                  <a:cubicBezTo>
                    <a:pt x="51" y="294"/>
                    <a:pt x="51" y="302"/>
                    <a:pt x="55" y="306"/>
                  </a:cubicBezTo>
                  <a:cubicBezTo>
                    <a:pt x="65" y="316"/>
                    <a:pt x="91" y="330"/>
                    <a:pt x="91" y="330"/>
                  </a:cubicBezTo>
                  <a:cubicBezTo>
                    <a:pt x="95" y="336"/>
                    <a:pt x="97" y="343"/>
                    <a:pt x="103" y="348"/>
                  </a:cubicBezTo>
                  <a:cubicBezTo>
                    <a:pt x="135" y="374"/>
                    <a:pt x="127" y="311"/>
                    <a:pt x="133" y="300"/>
                  </a:cubicBezTo>
                  <a:cubicBezTo>
                    <a:pt x="136" y="295"/>
                    <a:pt x="145" y="296"/>
                    <a:pt x="151" y="294"/>
                  </a:cubicBezTo>
                  <a:cubicBezTo>
                    <a:pt x="193" y="308"/>
                    <a:pt x="175" y="310"/>
                    <a:pt x="205" y="300"/>
                  </a:cubicBezTo>
                  <a:cubicBezTo>
                    <a:pt x="223" y="247"/>
                    <a:pt x="283" y="263"/>
                    <a:pt x="295" y="312"/>
                  </a:cubicBezTo>
                  <a:cubicBezTo>
                    <a:pt x="355" y="297"/>
                    <a:pt x="293" y="320"/>
                    <a:pt x="325" y="288"/>
                  </a:cubicBezTo>
                  <a:cubicBezTo>
                    <a:pt x="338" y="275"/>
                    <a:pt x="361" y="279"/>
                    <a:pt x="379" y="276"/>
                  </a:cubicBezTo>
                  <a:cubicBezTo>
                    <a:pt x="408" y="257"/>
                    <a:pt x="403" y="274"/>
                    <a:pt x="433" y="264"/>
                  </a:cubicBezTo>
                  <a:cubicBezTo>
                    <a:pt x="445" y="218"/>
                    <a:pt x="462" y="236"/>
                    <a:pt x="493" y="210"/>
                  </a:cubicBezTo>
                  <a:cubicBezTo>
                    <a:pt x="539" y="172"/>
                    <a:pt x="484" y="210"/>
                    <a:pt x="529" y="180"/>
                  </a:cubicBezTo>
                  <a:cubicBezTo>
                    <a:pt x="531" y="174"/>
                    <a:pt x="531" y="166"/>
                    <a:pt x="535" y="162"/>
                  </a:cubicBezTo>
                  <a:cubicBezTo>
                    <a:pt x="545" y="152"/>
                    <a:pt x="571" y="138"/>
                    <a:pt x="571" y="138"/>
                  </a:cubicBezTo>
                  <a:cubicBezTo>
                    <a:pt x="580" y="112"/>
                    <a:pt x="582" y="94"/>
                    <a:pt x="553" y="84"/>
                  </a:cubicBezTo>
                  <a:cubicBezTo>
                    <a:pt x="532" y="53"/>
                    <a:pt x="538" y="43"/>
                    <a:pt x="499" y="30"/>
                  </a:cubicBezTo>
                  <a:cubicBezTo>
                    <a:pt x="495" y="24"/>
                    <a:pt x="493" y="16"/>
                    <a:pt x="487" y="12"/>
                  </a:cubicBezTo>
                  <a:cubicBezTo>
                    <a:pt x="476" y="5"/>
                    <a:pt x="451" y="0"/>
                    <a:pt x="451" y="0"/>
                  </a:cubicBezTo>
                  <a:cubicBezTo>
                    <a:pt x="430" y="31"/>
                    <a:pt x="409" y="35"/>
                    <a:pt x="373" y="42"/>
                  </a:cubicBezTo>
                  <a:cubicBezTo>
                    <a:pt x="361" y="38"/>
                    <a:pt x="349" y="34"/>
                    <a:pt x="337" y="30"/>
                  </a:cubicBezTo>
                  <a:cubicBezTo>
                    <a:pt x="331" y="28"/>
                    <a:pt x="319" y="24"/>
                    <a:pt x="319" y="24"/>
                  </a:cubicBezTo>
                  <a:cubicBezTo>
                    <a:pt x="292" y="42"/>
                    <a:pt x="286" y="43"/>
                    <a:pt x="253" y="36"/>
                  </a:cubicBezTo>
                  <a:cubicBezTo>
                    <a:pt x="233" y="38"/>
                    <a:pt x="212" y="36"/>
                    <a:pt x="193" y="42"/>
                  </a:cubicBezTo>
                  <a:cubicBezTo>
                    <a:pt x="181" y="46"/>
                    <a:pt x="175" y="98"/>
                    <a:pt x="175" y="66"/>
                  </a:cubicBezTo>
                  <a:close/>
                </a:path>
              </a:pathLst>
            </a:custGeom>
            <a:solidFill>
              <a:srgbClr val="6C92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C9200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40" name="Freeform 67"/>
            <p:cNvSpPr>
              <a:spLocks/>
            </p:cNvSpPr>
            <p:nvPr/>
          </p:nvSpPr>
          <p:spPr bwMode="auto">
            <a:xfrm>
              <a:off x="5060950" y="2493963"/>
              <a:ext cx="574675" cy="268287"/>
            </a:xfrm>
            <a:custGeom>
              <a:avLst/>
              <a:gdLst>
                <a:gd name="T0" fmla="*/ 2147483647 w 407"/>
                <a:gd name="T1" fmla="*/ 2147483647 h 190"/>
                <a:gd name="T2" fmla="*/ 2147483647 w 407"/>
                <a:gd name="T3" fmla="*/ 2147483647 h 190"/>
                <a:gd name="T4" fmla="*/ 2147483647 w 407"/>
                <a:gd name="T5" fmla="*/ 2147483647 h 190"/>
                <a:gd name="T6" fmla="*/ 2147483647 w 407"/>
                <a:gd name="T7" fmla="*/ 2147483647 h 190"/>
                <a:gd name="T8" fmla="*/ 2147483647 w 407"/>
                <a:gd name="T9" fmla="*/ 2147483647 h 190"/>
                <a:gd name="T10" fmla="*/ 2147483647 w 407"/>
                <a:gd name="T11" fmla="*/ 2147483647 h 190"/>
                <a:gd name="T12" fmla="*/ 2147483647 w 407"/>
                <a:gd name="T13" fmla="*/ 2147483647 h 190"/>
                <a:gd name="T14" fmla="*/ 2147483647 w 407"/>
                <a:gd name="T15" fmla="*/ 2147483647 h 190"/>
                <a:gd name="T16" fmla="*/ 2147483647 w 407"/>
                <a:gd name="T17" fmla="*/ 2147483647 h 190"/>
                <a:gd name="T18" fmla="*/ 2147483647 w 407"/>
                <a:gd name="T19" fmla="*/ 2147483647 h 190"/>
                <a:gd name="T20" fmla="*/ 2147483647 w 407"/>
                <a:gd name="T21" fmla="*/ 2147483647 h 190"/>
                <a:gd name="T22" fmla="*/ 2147483647 w 407"/>
                <a:gd name="T23" fmla="*/ 2147483647 h 190"/>
                <a:gd name="T24" fmla="*/ 2147483647 w 407"/>
                <a:gd name="T25" fmla="*/ 2147483647 h 190"/>
                <a:gd name="T26" fmla="*/ 2147483647 w 407"/>
                <a:gd name="T27" fmla="*/ 2147483647 h 190"/>
                <a:gd name="T28" fmla="*/ 2147483647 w 407"/>
                <a:gd name="T29" fmla="*/ 2147483647 h 190"/>
                <a:gd name="T30" fmla="*/ 2147483647 w 407"/>
                <a:gd name="T31" fmla="*/ 2147483647 h 190"/>
                <a:gd name="T32" fmla="*/ 2147483647 w 407"/>
                <a:gd name="T33" fmla="*/ 2147483647 h 190"/>
                <a:gd name="T34" fmla="*/ 2147483647 w 407"/>
                <a:gd name="T35" fmla="*/ 2147483647 h 190"/>
                <a:gd name="T36" fmla="*/ 2147483647 w 407"/>
                <a:gd name="T37" fmla="*/ 2147483647 h 190"/>
                <a:gd name="T38" fmla="*/ 2147483647 w 407"/>
                <a:gd name="T39" fmla="*/ 0 h 190"/>
                <a:gd name="T40" fmla="*/ 2147483647 w 407"/>
                <a:gd name="T41" fmla="*/ 2147483647 h 190"/>
                <a:gd name="T42" fmla="*/ 2147483647 w 407"/>
                <a:gd name="T43" fmla="*/ 2147483647 h 190"/>
                <a:gd name="T44" fmla="*/ 2147483647 w 407"/>
                <a:gd name="T45" fmla="*/ 2147483647 h 190"/>
                <a:gd name="T46" fmla="*/ 2147483647 w 407"/>
                <a:gd name="T47" fmla="*/ 2147483647 h 1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07"/>
                <a:gd name="T73" fmla="*/ 0 h 190"/>
                <a:gd name="T74" fmla="*/ 407 w 407"/>
                <a:gd name="T75" fmla="*/ 190 h 19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07" h="190">
                  <a:moveTo>
                    <a:pt x="197" y="6"/>
                  </a:moveTo>
                  <a:cubicBezTo>
                    <a:pt x="183" y="48"/>
                    <a:pt x="197" y="38"/>
                    <a:pt x="167" y="48"/>
                  </a:cubicBezTo>
                  <a:cubicBezTo>
                    <a:pt x="163" y="42"/>
                    <a:pt x="161" y="34"/>
                    <a:pt x="155" y="30"/>
                  </a:cubicBezTo>
                  <a:cubicBezTo>
                    <a:pt x="144" y="23"/>
                    <a:pt x="119" y="18"/>
                    <a:pt x="119" y="18"/>
                  </a:cubicBezTo>
                  <a:cubicBezTo>
                    <a:pt x="99" y="20"/>
                    <a:pt x="78" y="17"/>
                    <a:pt x="59" y="24"/>
                  </a:cubicBezTo>
                  <a:cubicBezTo>
                    <a:pt x="53" y="26"/>
                    <a:pt x="57" y="37"/>
                    <a:pt x="53" y="42"/>
                  </a:cubicBezTo>
                  <a:cubicBezTo>
                    <a:pt x="40" y="61"/>
                    <a:pt x="36" y="60"/>
                    <a:pt x="17" y="66"/>
                  </a:cubicBezTo>
                  <a:cubicBezTo>
                    <a:pt x="0" y="91"/>
                    <a:pt x="4" y="98"/>
                    <a:pt x="29" y="114"/>
                  </a:cubicBezTo>
                  <a:cubicBezTo>
                    <a:pt x="33" y="126"/>
                    <a:pt x="30" y="143"/>
                    <a:pt x="41" y="150"/>
                  </a:cubicBezTo>
                  <a:cubicBezTo>
                    <a:pt x="53" y="158"/>
                    <a:pt x="77" y="174"/>
                    <a:pt x="77" y="174"/>
                  </a:cubicBezTo>
                  <a:cubicBezTo>
                    <a:pt x="103" y="148"/>
                    <a:pt x="105" y="142"/>
                    <a:pt x="143" y="150"/>
                  </a:cubicBezTo>
                  <a:cubicBezTo>
                    <a:pt x="145" y="160"/>
                    <a:pt x="139" y="177"/>
                    <a:pt x="149" y="180"/>
                  </a:cubicBezTo>
                  <a:cubicBezTo>
                    <a:pt x="183" y="190"/>
                    <a:pt x="229" y="171"/>
                    <a:pt x="263" y="162"/>
                  </a:cubicBezTo>
                  <a:cubicBezTo>
                    <a:pt x="270" y="120"/>
                    <a:pt x="279" y="95"/>
                    <a:pt x="323" y="84"/>
                  </a:cubicBezTo>
                  <a:cubicBezTo>
                    <a:pt x="329" y="86"/>
                    <a:pt x="335" y="91"/>
                    <a:pt x="341" y="90"/>
                  </a:cubicBezTo>
                  <a:cubicBezTo>
                    <a:pt x="354" y="89"/>
                    <a:pt x="377" y="78"/>
                    <a:pt x="377" y="78"/>
                  </a:cubicBezTo>
                  <a:cubicBezTo>
                    <a:pt x="383" y="80"/>
                    <a:pt x="391" y="88"/>
                    <a:pt x="395" y="84"/>
                  </a:cubicBezTo>
                  <a:cubicBezTo>
                    <a:pt x="404" y="75"/>
                    <a:pt x="407" y="48"/>
                    <a:pt x="407" y="48"/>
                  </a:cubicBezTo>
                  <a:cubicBezTo>
                    <a:pt x="401" y="24"/>
                    <a:pt x="406" y="22"/>
                    <a:pt x="383" y="12"/>
                  </a:cubicBezTo>
                  <a:cubicBezTo>
                    <a:pt x="371" y="7"/>
                    <a:pt x="347" y="0"/>
                    <a:pt x="347" y="0"/>
                  </a:cubicBezTo>
                  <a:cubicBezTo>
                    <a:pt x="335" y="2"/>
                    <a:pt x="322" y="0"/>
                    <a:pt x="311" y="6"/>
                  </a:cubicBezTo>
                  <a:cubicBezTo>
                    <a:pt x="306" y="9"/>
                    <a:pt x="309" y="20"/>
                    <a:pt x="305" y="24"/>
                  </a:cubicBezTo>
                  <a:cubicBezTo>
                    <a:pt x="301" y="28"/>
                    <a:pt x="293" y="28"/>
                    <a:pt x="287" y="30"/>
                  </a:cubicBezTo>
                  <a:cubicBezTo>
                    <a:pt x="198" y="17"/>
                    <a:pt x="284" y="6"/>
                    <a:pt x="197" y="6"/>
                  </a:cubicBezTo>
                  <a:close/>
                </a:path>
              </a:pathLst>
            </a:cu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</a:sp3d>
          </p:spPr>
          <p:txBody>
            <a:bodyPr wrap="none" anchor="ctr">
              <a:flatTx/>
            </a:bodyPr>
            <a:lstStyle/>
            <a:p>
              <a:endParaRPr lang="ko-KR" altLang="en-US"/>
            </a:p>
          </p:txBody>
        </p:sp>
        <p:sp>
          <p:nvSpPr>
            <p:cNvPr id="241" name="Freeform 68"/>
            <p:cNvSpPr>
              <a:spLocks/>
            </p:cNvSpPr>
            <p:nvPr/>
          </p:nvSpPr>
          <p:spPr bwMode="auto">
            <a:xfrm>
              <a:off x="4911725" y="4475163"/>
              <a:ext cx="1900238" cy="1595437"/>
            </a:xfrm>
            <a:custGeom>
              <a:avLst/>
              <a:gdLst>
                <a:gd name="T0" fmla="*/ 2147483647 w 1345"/>
                <a:gd name="T1" fmla="*/ 2147483647 h 1128"/>
                <a:gd name="T2" fmla="*/ 2147483647 w 1345"/>
                <a:gd name="T3" fmla="*/ 2147483647 h 1128"/>
                <a:gd name="T4" fmla="*/ 2147483647 w 1345"/>
                <a:gd name="T5" fmla="*/ 2147483647 h 1128"/>
                <a:gd name="T6" fmla="*/ 2147483647 w 1345"/>
                <a:gd name="T7" fmla="*/ 2147483647 h 1128"/>
                <a:gd name="T8" fmla="*/ 2147483647 w 1345"/>
                <a:gd name="T9" fmla="*/ 2147483647 h 1128"/>
                <a:gd name="T10" fmla="*/ 2147483647 w 1345"/>
                <a:gd name="T11" fmla="*/ 2147483647 h 1128"/>
                <a:gd name="T12" fmla="*/ 2147483647 w 1345"/>
                <a:gd name="T13" fmla="*/ 2147483647 h 1128"/>
                <a:gd name="T14" fmla="*/ 2147483647 w 1345"/>
                <a:gd name="T15" fmla="*/ 2147483647 h 1128"/>
                <a:gd name="T16" fmla="*/ 2147483647 w 1345"/>
                <a:gd name="T17" fmla="*/ 2147483647 h 1128"/>
                <a:gd name="T18" fmla="*/ 2147483647 w 1345"/>
                <a:gd name="T19" fmla="*/ 2147483647 h 1128"/>
                <a:gd name="T20" fmla="*/ 2147483647 w 1345"/>
                <a:gd name="T21" fmla="*/ 2147483647 h 1128"/>
                <a:gd name="T22" fmla="*/ 2147483647 w 1345"/>
                <a:gd name="T23" fmla="*/ 2147483647 h 1128"/>
                <a:gd name="T24" fmla="*/ 2147483647 w 1345"/>
                <a:gd name="T25" fmla="*/ 2147483647 h 1128"/>
                <a:gd name="T26" fmla="*/ 2147483647 w 1345"/>
                <a:gd name="T27" fmla="*/ 2147483647 h 1128"/>
                <a:gd name="T28" fmla="*/ 2147483647 w 1345"/>
                <a:gd name="T29" fmla="*/ 2147483647 h 1128"/>
                <a:gd name="T30" fmla="*/ 2147483647 w 1345"/>
                <a:gd name="T31" fmla="*/ 2147483647 h 1128"/>
                <a:gd name="T32" fmla="*/ 2147483647 w 1345"/>
                <a:gd name="T33" fmla="*/ 2147483647 h 1128"/>
                <a:gd name="T34" fmla="*/ 2147483647 w 1345"/>
                <a:gd name="T35" fmla="*/ 2147483647 h 1128"/>
                <a:gd name="T36" fmla="*/ 2147483647 w 1345"/>
                <a:gd name="T37" fmla="*/ 2147483647 h 1128"/>
                <a:gd name="T38" fmla="*/ 2147483647 w 1345"/>
                <a:gd name="T39" fmla="*/ 2147483647 h 1128"/>
                <a:gd name="T40" fmla="*/ 2147483647 w 1345"/>
                <a:gd name="T41" fmla="*/ 2147483647 h 1128"/>
                <a:gd name="T42" fmla="*/ 2147483647 w 1345"/>
                <a:gd name="T43" fmla="*/ 2147483647 h 1128"/>
                <a:gd name="T44" fmla="*/ 2147483647 w 1345"/>
                <a:gd name="T45" fmla="*/ 2147483647 h 1128"/>
                <a:gd name="T46" fmla="*/ 2147483647 w 1345"/>
                <a:gd name="T47" fmla="*/ 2147483647 h 1128"/>
                <a:gd name="T48" fmla="*/ 2147483647 w 1345"/>
                <a:gd name="T49" fmla="*/ 2147483647 h 1128"/>
                <a:gd name="T50" fmla="*/ 2147483647 w 1345"/>
                <a:gd name="T51" fmla="*/ 2147483647 h 1128"/>
                <a:gd name="T52" fmla="*/ 2147483647 w 1345"/>
                <a:gd name="T53" fmla="*/ 2147483647 h 1128"/>
                <a:gd name="T54" fmla="*/ 2147483647 w 1345"/>
                <a:gd name="T55" fmla="*/ 2147483647 h 1128"/>
                <a:gd name="T56" fmla="*/ 2147483647 w 1345"/>
                <a:gd name="T57" fmla="*/ 2147483647 h 1128"/>
                <a:gd name="T58" fmla="*/ 2147483647 w 1345"/>
                <a:gd name="T59" fmla="*/ 2147483647 h 1128"/>
                <a:gd name="T60" fmla="*/ 2147483647 w 1345"/>
                <a:gd name="T61" fmla="*/ 2147483647 h 1128"/>
                <a:gd name="T62" fmla="*/ 2147483647 w 1345"/>
                <a:gd name="T63" fmla="*/ 2147483647 h 1128"/>
                <a:gd name="T64" fmla="*/ 2147483647 w 1345"/>
                <a:gd name="T65" fmla="*/ 2147483647 h 1128"/>
                <a:gd name="T66" fmla="*/ 2147483647 w 1345"/>
                <a:gd name="T67" fmla="*/ 2147483647 h 1128"/>
                <a:gd name="T68" fmla="*/ 2147483647 w 1345"/>
                <a:gd name="T69" fmla="*/ 2147483647 h 1128"/>
                <a:gd name="T70" fmla="*/ 2147483647 w 1345"/>
                <a:gd name="T71" fmla="*/ 2147483647 h 1128"/>
                <a:gd name="T72" fmla="*/ 2147483647 w 1345"/>
                <a:gd name="T73" fmla="*/ 2147483647 h 1128"/>
                <a:gd name="T74" fmla="*/ 2147483647 w 1345"/>
                <a:gd name="T75" fmla="*/ 2147483647 h 1128"/>
                <a:gd name="T76" fmla="*/ 2147483647 w 1345"/>
                <a:gd name="T77" fmla="*/ 2147483647 h 1128"/>
                <a:gd name="T78" fmla="*/ 2147483647 w 1345"/>
                <a:gd name="T79" fmla="*/ 2147483647 h 112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45"/>
                <a:gd name="T121" fmla="*/ 0 h 1128"/>
                <a:gd name="T122" fmla="*/ 1345 w 1345"/>
                <a:gd name="T123" fmla="*/ 1128 h 112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45" h="1128">
                  <a:moveTo>
                    <a:pt x="415" y="51"/>
                  </a:moveTo>
                  <a:cubicBezTo>
                    <a:pt x="399" y="62"/>
                    <a:pt x="361" y="75"/>
                    <a:pt x="361" y="75"/>
                  </a:cubicBezTo>
                  <a:cubicBezTo>
                    <a:pt x="348" y="113"/>
                    <a:pt x="375" y="162"/>
                    <a:pt x="331" y="177"/>
                  </a:cubicBezTo>
                  <a:cubicBezTo>
                    <a:pt x="320" y="211"/>
                    <a:pt x="333" y="215"/>
                    <a:pt x="295" y="225"/>
                  </a:cubicBezTo>
                  <a:cubicBezTo>
                    <a:pt x="301" y="259"/>
                    <a:pt x="323" y="290"/>
                    <a:pt x="283" y="303"/>
                  </a:cubicBezTo>
                  <a:cubicBezTo>
                    <a:pt x="271" y="301"/>
                    <a:pt x="258" y="302"/>
                    <a:pt x="247" y="297"/>
                  </a:cubicBezTo>
                  <a:cubicBezTo>
                    <a:pt x="235" y="291"/>
                    <a:pt x="241" y="267"/>
                    <a:pt x="229" y="261"/>
                  </a:cubicBezTo>
                  <a:cubicBezTo>
                    <a:pt x="216" y="255"/>
                    <a:pt x="201" y="257"/>
                    <a:pt x="187" y="255"/>
                  </a:cubicBezTo>
                  <a:cubicBezTo>
                    <a:pt x="155" y="266"/>
                    <a:pt x="175" y="252"/>
                    <a:pt x="175" y="285"/>
                  </a:cubicBezTo>
                  <a:cubicBezTo>
                    <a:pt x="175" y="293"/>
                    <a:pt x="171" y="301"/>
                    <a:pt x="169" y="309"/>
                  </a:cubicBezTo>
                  <a:cubicBezTo>
                    <a:pt x="146" y="301"/>
                    <a:pt x="141" y="286"/>
                    <a:pt x="121" y="273"/>
                  </a:cubicBezTo>
                  <a:cubicBezTo>
                    <a:pt x="110" y="307"/>
                    <a:pt x="105" y="312"/>
                    <a:pt x="121" y="363"/>
                  </a:cubicBezTo>
                  <a:cubicBezTo>
                    <a:pt x="123" y="369"/>
                    <a:pt x="133" y="366"/>
                    <a:pt x="139" y="369"/>
                  </a:cubicBezTo>
                  <a:cubicBezTo>
                    <a:pt x="145" y="372"/>
                    <a:pt x="151" y="377"/>
                    <a:pt x="157" y="381"/>
                  </a:cubicBezTo>
                  <a:cubicBezTo>
                    <a:pt x="172" y="403"/>
                    <a:pt x="187" y="447"/>
                    <a:pt x="163" y="471"/>
                  </a:cubicBezTo>
                  <a:cubicBezTo>
                    <a:pt x="147" y="487"/>
                    <a:pt x="119" y="480"/>
                    <a:pt x="97" y="483"/>
                  </a:cubicBezTo>
                  <a:cubicBezTo>
                    <a:pt x="86" y="515"/>
                    <a:pt x="84" y="535"/>
                    <a:pt x="55" y="555"/>
                  </a:cubicBezTo>
                  <a:cubicBezTo>
                    <a:pt x="40" y="578"/>
                    <a:pt x="42" y="594"/>
                    <a:pt x="19" y="609"/>
                  </a:cubicBezTo>
                  <a:cubicBezTo>
                    <a:pt x="27" y="655"/>
                    <a:pt x="32" y="646"/>
                    <a:pt x="55" y="681"/>
                  </a:cubicBezTo>
                  <a:cubicBezTo>
                    <a:pt x="41" y="724"/>
                    <a:pt x="54" y="710"/>
                    <a:pt x="25" y="729"/>
                  </a:cubicBezTo>
                  <a:cubicBezTo>
                    <a:pt x="39" y="770"/>
                    <a:pt x="85" y="765"/>
                    <a:pt x="121" y="777"/>
                  </a:cubicBezTo>
                  <a:cubicBezTo>
                    <a:pt x="110" y="810"/>
                    <a:pt x="108" y="824"/>
                    <a:pt x="79" y="843"/>
                  </a:cubicBezTo>
                  <a:cubicBezTo>
                    <a:pt x="63" y="891"/>
                    <a:pt x="79" y="831"/>
                    <a:pt x="79" y="879"/>
                  </a:cubicBezTo>
                  <a:cubicBezTo>
                    <a:pt x="79" y="912"/>
                    <a:pt x="49" y="935"/>
                    <a:pt x="25" y="951"/>
                  </a:cubicBezTo>
                  <a:cubicBezTo>
                    <a:pt x="19" y="974"/>
                    <a:pt x="8" y="989"/>
                    <a:pt x="1" y="1011"/>
                  </a:cubicBezTo>
                  <a:cubicBezTo>
                    <a:pt x="3" y="1023"/>
                    <a:pt x="0" y="1037"/>
                    <a:pt x="7" y="1047"/>
                  </a:cubicBezTo>
                  <a:cubicBezTo>
                    <a:pt x="15" y="1059"/>
                    <a:pt x="43" y="1071"/>
                    <a:pt x="43" y="1071"/>
                  </a:cubicBezTo>
                  <a:cubicBezTo>
                    <a:pt x="62" y="1128"/>
                    <a:pt x="119" y="1087"/>
                    <a:pt x="151" y="1065"/>
                  </a:cubicBezTo>
                  <a:cubicBezTo>
                    <a:pt x="162" y="1058"/>
                    <a:pt x="176" y="1054"/>
                    <a:pt x="187" y="1047"/>
                  </a:cubicBezTo>
                  <a:cubicBezTo>
                    <a:pt x="229" y="1061"/>
                    <a:pt x="211" y="1063"/>
                    <a:pt x="241" y="1053"/>
                  </a:cubicBezTo>
                  <a:cubicBezTo>
                    <a:pt x="250" y="1027"/>
                    <a:pt x="246" y="1020"/>
                    <a:pt x="223" y="1005"/>
                  </a:cubicBezTo>
                  <a:cubicBezTo>
                    <a:pt x="264" y="978"/>
                    <a:pt x="294" y="979"/>
                    <a:pt x="343" y="975"/>
                  </a:cubicBezTo>
                  <a:cubicBezTo>
                    <a:pt x="345" y="955"/>
                    <a:pt x="335" y="929"/>
                    <a:pt x="349" y="915"/>
                  </a:cubicBezTo>
                  <a:cubicBezTo>
                    <a:pt x="360" y="904"/>
                    <a:pt x="382" y="914"/>
                    <a:pt x="397" y="921"/>
                  </a:cubicBezTo>
                  <a:cubicBezTo>
                    <a:pt x="409" y="926"/>
                    <a:pt x="404" y="950"/>
                    <a:pt x="415" y="957"/>
                  </a:cubicBezTo>
                  <a:cubicBezTo>
                    <a:pt x="438" y="972"/>
                    <a:pt x="474" y="974"/>
                    <a:pt x="499" y="987"/>
                  </a:cubicBezTo>
                  <a:cubicBezTo>
                    <a:pt x="599" y="976"/>
                    <a:pt x="517" y="983"/>
                    <a:pt x="583" y="1005"/>
                  </a:cubicBezTo>
                  <a:cubicBezTo>
                    <a:pt x="603" y="1002"/>
                    <a:pt x="627" y="1006"/>
                    <a:pt x="643" y="993"/>
                  </a:cubicBezTo>
                  <a:cubicBezTo>
                    <a:pt x="649" y="988"/>
                    <a:pt x="648" y="976"/>
                    <a:pt x="655" y="975"/>
                  </a:cubicBezTo>
                  <a:cubicBezTo>
                    <a:pt x="690" y="968"/>
                    <a:pt x="727" y="971"/>
                    <a:pt x="763" y="969"/>
                  </a:cubicBezTo>
                  <a:cubicBezTo>
                    <a:pt x="779" y="1017"/>
                    <a:pt x="763" y="1007"/>
                    <a:pt x="811" y="999"/>
                  </a:cubicBezTo>
                  <a:cubicBezTo>
                    <a:pt x="827" y="975"/>
                    <a:pt x="837" y="970"/>
                    <a:pt x="865" y="963"/>
                  </a:cubicBezTo>
                  <a:cubicBezTo>
                    <a:pt x="852" y="924"/>
                    <a:pt x="887" y="932"/>
                    <a:pt x="919" y="927"/>
                  </a:cubicBezTo>
                  <a:cubicBezTo>
                    <a:pt x="969" y="910"/>
                    <a:pt x="948" y="926"/>
                    <a:pt x="979" y="879"/>
                  </a:cubicBezTo>
                  <a:cubicBezTo>
                    <a:pt x="990" y="863"/>
                    <a:pt x="1033" y="855"/>
                    <a:pt x="1033" y="855"/>
                  </a:cubicBezTo>
                  <a:cubicBezTo>
                    <a:pt x="1039" y="861"/>
                    <a:pt x="1047" y="865"/>
                    <a:pt x="1051" y="873"/>
                  </a:cubicBezTo>
                  <a:cubicBezTo>
                    <a:pt x="1056" y="882"/>
                    <a:pt x="1048" y="899"/>
                    <a:pt x="1057" y="903"/>
                  </a:cubicBezTo>
                  <a:cubicBezTo>
                    <a:pt x="1069" y="908"/>
                    <a:pt x="1081" y="895"/>
                    <a:pt x="1093" y="891"/>
                  </a:cubicBezTo>
                  <a:cubicBezTo>
                    <a:pt x="1099" y="889"/>
                    <a:pt x="1111" y="885"/>
                    <a:pt x="1111" y="885"/>
                  </a:cubicBezTo>
                  <a:cubicBezTo>
                    <a:pt x="1133" y="852"/>
                    <a:pt x="1126" y="837"/>
                    <a:pt x="1117" y="801"/>
                  </a:cubicBezTo>
                  <a:cubicBezTo>
                    <a:pt x="1145" y="760"/>
                    <a:pt x="1155" y="770"/>
                    <a:pt x="1123" y="759"/>
                  </a:cubicBezTo>
                  <a:cubicBezTo>
                    <a:pt x="1133" y="718"/>
                    <a:pt x="1148" y="729"/>
                    <a:pt x="1189" y="735"/>
                  </a:cubicBezTo>
                  <a:cubicBezTo>
                    <a:pt x="1195" y="739"/>
                    <a:pt x="1200" y="746"/>
                    <a:pt x="1207" y="747"/>
                  </a:cubicBezTo>
                  <a:cubicBezTo>
                    <a:pt x="1285" y="754"/>
                    <a:pt x="1260" y="704"/>
                    <a:pt x="1303" y="675"/>
                  </a:cubicBezTo>
                  <a:cubicBezTo>
                    <a:pt x="1323" y="645"/>
                    <a:pt x="1325" y="609"/>
                    <a:pt x="1345" y="579"/>
                  </a:cubicBezTo>
                  <a:cubicBezTo>
                    <a:pt x="1337" y="546"/>
                    <a:pt x="1345" y="515"/>
                    <a:pt x="1315" y="495"/>
                  </a:cubicBezTo>
                  <a:cubicBezTo>
                    <a:pt x="1311" y="420"/>
                    <a:pt x="1340" y="367"/>
                    <a:pt x="1273" y="345"/>
                  </a:cubicBezTo>
                  <a:cubicBezTo>
                    <a:pt x="1267" y="339"/>
                    <a:pt x="1262" y="332"/>
                    <a:pt x="1255" y="327"/>
                  </a:cubicBezTo>
                  <a:cubicBezTo>
                    <a:pt x="1250" y="323"/>
                    <a:pt x="1241" y="326"/>
                    <a:pt x="1237" y="321"/>
                  </a:cubicBezTo>
                  <a:lnTo>
                    <a:pt x="1219" y="267"/>
                  </a:lnTo>
                  <a:cubicBezTo>
                    <a:pt x="1219" y="267"/>
                    <a:pt x="1219" y="267"/>
                    <a:pt x="1219" y="267"/>
                  </a:cubicBezTo>
                  <a:cubicBezTo>
                    <a:pt x="1193" y="229"/>
                    <a:pt x="1188" y="186"/>
                    <a:pt x="1147" y="159"/>
                  </a:cubicBezTo>
                  <a:cubicBezTo>
                    <a:pt x="1158" y="125"/>
                    <a:pt x="1139" y="138"/>
                    <a:pt x="1111" y="129"/>
                  </a:cubicBezTo>
                  <a:cubicBezTo>
                    <a:pt x="1093" y="133"/>
                    <a:pt x="1075" y="136"/>
                    <a:pt x="1057" y="141"/>
                  </a:cubicBezTo>
                  <a:cubicBezTo>
                    <a:pt x="1045" y="144"/>
                    <a:pt x="1021" y="153"/>
                    <a:pt x="1021" y="153"/>
                  </a:cubicBezTo>
                  <a:cubicBezTo>
                    <a:pt x="992" y="134"/>
                    <a:pt x="1014" y="146"/>
                    <a:pt x="979" y="135"/>
                  </a:cubicBezTo>
                  <a:cubicBezTo>
                    <a:pt x="967" y="131"/>
                    <a:pt x="943" y="123"/>
                    <a:pt x="943" y="123"/>
                  </a:cubicBezTo>
                  <a:cubicBezTo>
                    <a:pt x="828" y="136"/>
                    <a:pt x="865" y="115"/>
                    <a:pt x="817" y="147"/>
                  </a:cubicBezTo>
                  <a:cubicBezTo>
                    <a:pt x="783" y="136"/>
                    <a:pt x="800" y="106"/>
                    <a:pt x="763" y="87"/>
                  </a:cubicBezTo>
                  <a:cubicBezTo>
                    <a:pt x="757" y="84"/>
                    <a:pt x="751" y="84"/>
                    <a:pt x="745" y="81"/>
                  </a:cubicBezTo>
                  <a:cubicBezTo>
                    <a:pt x="732" y="74"/>
                    <a:pt x="721" y="65"/>
                    <a:pt x="709" y="57"/>
                  </a:cubicBezTo>
                  <a:cubicBezTo>
                    <a:pt x="697" y="49"/>
                    <a:pt x="673" y="33"/>
                    <a:pt x="673" y="33"/>
                  </a:cubicBezTo>
                  <a:cubicBezTo>
                    <a:pt x="651" y="0"/>
                    <a:pt x="629" y="10"/>
                    <a:pt x="595" y="21"/>
                  </a:cubicBezTo>
                  <a:cubicBezTo>
                    <a:pt x="587" y="45"/>
                    <a:pt x="571" y="51"/>
                    <a:pt x="553" y="69"/>
                  </a:cubicBezTo>
                  <a:cubicBezTo>
                    <a:pt x="547" y="86"/>
                    <a:pt x="554" y="110"/>
                    <a:pt x="541" y="123"/>
                  </a:cubicBezTo>
                  <a:cubicBezTo>
                    <a:pt x="536" y="128"/>
                    <a:pt x="529" y="114"/>
                    <a:pt x="523" y="111"/>
                  </a:cubicBezTo>
                  <a:cubicBezTo>
                    <a:pt x="517" y="108"/>
                    <a:pt x="511" y="107"/>
                    <a:pt x="505" y="105"/>
                  </a:cubicBezTo>
                  <a:cubicBezTo>
                    <a:pt x="493" y="123"/>
                    <a:pt x="487" y="141"/>
                    <a:pt x="475" y="159"/>
                  </a:cubicBezTo>
                  <a:cubicBezTo>
                    <a:pt x="459" y="112"/>
                    <a:pt x="470" y="69"/>
                    <a:pt x="415" y="51"/>
                  </a:cubicBezTo>
                  <a:cubicBezTo>
                    <a:pt x="407" y="53"/>
                    <a:pt x="397" y="52"/>
                    <a:pt x="391" y="57"/>
                  </a:cubicBezTo>
                  <a:cubicBezTo>
                    <a:pt x="386" y="61"/>
                    <a:pt x="385" y="75"/>
                    <a:pt x="385" y="75"/>
                  </a:cubicBezTo>
                </a:path>
              </a:pathLst>
            </a:custGeom>
            <a:gradFill rotWithShape="0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2" name="Freeform 69"/>
            <p:cNvSpPr>
              <a:spLocks/>
            </p:cNvSpPr>
            <p:nvPr/>
          </p:nvSpPr>
          <p:spPr bwMode="auto">
            <a:xfrm>
              <a:off x="5440363" y="3749675"/>
              <a:ext cx="1389062" cy="993775"/>
            </a:xfrm>
            <a:custGeom>
              <a:avLst/>
              <a:gdLst>
                <a:gd name="T0" fmla="*/ 2147483647 w 983"/>
                <a:gd name="T1" fmla="*/ 2147483647 h 702"/>
                <a:gd name="T2" fmla="*/ 2147483647 w 983"/>
                <a:gd name="T3" fmla="*/ 2147483647 h 702"/>
                <a:gd name="T4" fmla="*/ 2147483647 w 983"/>
                <a:gd name="T5" fmla="*/ 2147483647 h 702"/>
                <a:gd name="T6" fmla="*/ 2147483647 w 983"/>
                <a:gd name="T7" fmla="*/ 2147483647 h 702"/>
                <a:gd name="T8" fmla="*/ 2147483647 w 983"/>
                <a:gd name="T9" fmla="*/ 2147483647 h 702"/>
                <a:gd name="T10" fmla="*/ 2147483647 w 983"/>
                <a:gd name="T11" fmla="*/ 2147483647 h 702"/>
                <a:gd name="T12" fmla="*/ 2147483647 w 983"/>
                <a:gd name="T13" fmla="*/ 2147483647 h 702"/>
                <a:gd name="T14" fmla="*/ 2147483647 w 983"/>
                <a:gd name="T15" fmla="*/ 2147483647 h 702"/>
                <a:gd name="T16" fmla="*/ 2147483647 w 983"/>
                <a:gd name="T17" fmla="*/ 2147483647 h 702"/>
                <a:gd name="T18" fmla="*/ 2147483647 w 983"/>
                <a:gd name="T19" fmla="*/ 2147483647 h 702"/>
                <a:gd name="T20" fmla="*/ 2147483647 w 983"/>
                <a:gd name="T21" fmla="*/ 2147483647 h 702"/>
                <a:gd name="T22" fmla="*/ 2147483647 w 983"/>
                <a:gd name="T23" fmla="*/ 2147483647 h 702"/>
                <a:gd name="T24" fmla="*/ 2147483647 w 983"/>
                <a:gd name="T25" fmla="*/ 2147483647 h 702"/>
                <a:gd name="T26" fmla="*/ 2147483647 w 983"/>
                <a:gd name="T27" fmla="*/ 2147483647 h 702"/>
                <a:gd name="T28" fmla="*/ 2147483647 w 983"/>
                <a:gd name="T29" fmla="*/ 2147483647 h 702"/>
                <a:gd name="T30" fmla="*/ 2147483647 w 983"/>
                <a:gd name="T31" fmla="*/ 2147483647 h 702"/>
                <a:gd name="T32" fmla="*/ 2147483647 w 983"/>
                <a:gd name="T33" fmla="*/ 2147483647 h 702"/>
                <a:gd name="T34" fmla="*/ 2147483647 w 983"/>
                <a:gd name="T35" fmla="*/ 2147483647 h 702"/>
                <a:gd name="T36" fmla="*/ 2147483647 w 983"/>
                <a:gd name="T37" fmla="*/ 2147483647 h 702"/>
                <a:gd name="T38" fmla="*/ 2147483647 w 983"/>
                <a:gd name="T39" fmla="*/ 2147483647 h 702"/>
                <a:gd name="T40" fmla="*/ 2147483647 w 983"/>
                <a:gd name="T41" fmla="*/ 2147483647 h 702"/>
                <a:gd name="T42" fmla="*/ 2147483647 w 983"/>
                <a:gd name="T43" fmla="*/ 2147483647 h 702"/>
                <a:gd name="T44" fmla="*/ 2147483647 w 983"/>
                <a:gd name="T45" fmla="*/ 2147483647 h 702"/>
                <a:gd name="T46" fmla="*/ 2147483647 w 983"/>
                <a:gd name="T47" fmla="*/ 2147483647 h 702"/>
                <a:gd name="T48" fmla="*/ 2147483647 w 983"/>
                <a:gd name="T49" fmla="*/ 2147483647 h 702"/>
                <a:gd name="T50" fmla="*/ 2147483647 w 983"/>
                <a:gd name="T51" fmla="*/ 2147483647 h 702"/>
                <a:gd name="T52" fmla="*/ 2147483647 w 983"/>
                <a:gd name="T53" fmla="*/ 2147483647 h 702"/>
                <a:gd name="T54" fmla="*/ 2147483647 w 983"/>
                <a:gd name="T55" fmla="*/ 2147483647 h 702"/>
                <a:gd name="T56" fmla="*/ 2147483647 w 983"/>
                <a:gd name="T57" fmla="*/ 2147483647 h 702"/>
                <a:gd name="T58" fmla="*/ 2147483647 w 983"/>
                <a:gd name="T59" fmla="*/ 2147483647 h 702"/>
                <a:gd name="T60" fmla="*/ 2147483647 w 983"/>
                <a:gd name="T61" fmla="*/ 2147483647 h 702"/>
                <a:gd name="T62" fmla="*/ 2147483647 w 983"/>
                <a:gd name="T63" fmla="*/ 2147483647 h 702"/>
                <a:gd name="T64" fmla="*/ 2147483647 w 983"/>
                <a:gd name="T65" fmla="*/ 2147483647 h 702"/>
                <a:gd name="T66" fmla="*/ 2147483647 w 983"/>
                <a:gd name="T67" fmla="*/ 2147483647 h 702"/>
                <a:gd name="T68" fmla="*/ 2147483647 w 983"/>
                <a:gd name="T69" fmla="*/ 2147483647 h 702"/>
                <a:gd name="T70" fmla="*/ 2147483647 w 983"/>
                <a:gd name="T71" fmla="*/ 2147483647 h 702"/>
                <a:gd name="T72" fmla="*/ 2147483647 w 983"/>
                <a:gd name="T73" fmla="*/ 2147483647 h 702"/>
                <a:gd name="T74" fmla="*/ 2147483647 w 983"/>
                <a:gd name="T75" fmla="*/ 2147483647 h 702"/>
                <a:gd name="T76" fmla="*/ 2147483647 w 983"/>
                <a:gd name="T77" fmla="*/ 2147483647 h 702"/>
                <a:gd name="T78" fmla="*/ 2147483647 w 983"/>
                <a:gd name="T79" fmla="*/ 2147483647 h 702"/>
                <a:gd name="T80" fmla="*/ 2147483647 w 983"/>
                <a:gd name="T81" fmla="*/ 2147483647 h 702"/>
                <a:gd name="T82" fmla="*/ 2147483647 w 983"/>
                <a:gd name="T83" fmla="*/ 2147483647 h 702"/>
                <a:gd name="T84" fmla="*/ 2147483647 w 983"/>
                <a:gd name="T85" fmla="*/ 2147483647 h 702"/>
                <a:gd name="T86" fmla="*/ 2147483647 w 983"/>
                <a:gd name="T87" fmla="*/ 2147483647 h 702"/>
                <a:gd name="T88" fmla="*/ 2147483647 w 983"/>
                <a:gd name="T89" fmla="*/ 2147483647 h 702"/>
                <a:gd name="T90" fmla="*/ 2147483647 w 983"/>
                <a:gd name="T91" fmla="*/ 2147483647 h 702"/>
                <a:gd name="T92" fmla="*/ 2147483647 w 983"/>
                <a:gd name="T93" fmla="*/ 2147483647 h 702"/>
                <a:gd name="T94" fmla="*/ 2147483647 w 983"/>
                <a:gd name="T95" fmla="*/ 2147483647 h 702"/>
                <a:gd name="T96" fmla="*/ 2147483647 w 983"/>
                <a:gd name="T97" fmla="*/ 2147483647 h 702"/>
                <a:gd name="T98" fmla="*/ 2147483647 w 983"/>
                <a:gd name="T99" fmla="*/ 2147483647 h 702"/>
                <a:gd name="T100" fmla="*/ 2147483647 w 983"/>
                <a:gd name="T101" fmla="*/ 2147483647 h 702"/>
                <a:gd name="T102" fmla="*/ 2147483647 w 983"/>
                <a:gd name="T103" fmla="*/ 2147483647 h 702"/>
                <a:gd name="T104" fmla="*/ 2147483647 w 983"/>
                <a:gd name="T105" fmla="*/ 2147483647 h 702"/>
                <a:gd name="T106" fmla="*/ 2147483647 w 983"/>
                <a:gd name="T107" fmla="*/ 2147483647 h 702"/>
                <a:gd name="T108" fmla="*/ 2147483647 w 983"/>
                <a:gd name="T109" fmla="*/ 2147483647 h 702"/>
                <a:gd name="T110" fmla="*/ 2147483647 w 983"/>
                <a:gd name="T111" fmla="*/ 0 h 702"/>
                <a:gd name="T112" fmla="*/ 2147483647 w 983"/>
                <a:gd name="T113" fmla="*/ 2147483647 h 702"/>
                <a:gd name="T114" fmla="*/ 2147483647 w 983"/>
                <a:gd name="T115" fmla="*/ 2147483647 h 702"/>
                <a:gd name="T116" fmla="*/ 2147483647 w 983"/>
                <a:gd name="T117" fmla="*/ 2147483647 h 702"/>
                <a:gd name="T118" fmla="*/ 2147483647 w 983"/>
                <a:gd name="T119" fmla="*/ 2147483647 h 702"/>
                <a:gd name="T120" fmla="*/ 2147483647 w 983"/>
                <a:gd name="T121" fmla="*/ 2147483647 h 702"/>
                <a:gd name="T122" fmla="*/ 2147483647 w 983"/>
                <a:gd name="T123" fmla="*/ 2147483647 h 70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983"/>
                <a:gd name="T187" fmla="*/ 0 h 702"/>
                <a:gd name="T188" fmla="*/ 983 w 983"/>
                <a:gd name="T189" fmla="*/ 702 h 70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983" h="702">
                  <a:moveTo>
                    <a:pt x="173" y="126"/>
                  </a:moveTo>
                  <a:cubicBezTo>
                    <a:pt x="145" y="128"/>
                    <a:pt x="114" y="120"/>
                    <a:pt x="89" y="132"/>
                  </a:cubicBezTo>
                  <a:cubicBezTo>
                    <a:pt x="49" y="150"/>
                    <a:pt x="131" y="180"/>
                    <a:pt x="131" y="180"/>
                  </a:cubicBezTo>
                  <a:cubicBezTo>
                    <a:pt x="133" y="194"/>
                    <a:pt x="131" y="209"/>
                    <a:pt x="137" y="222"/>
                  </a:cubicBezTo>
                  <a:cubicBezTo>
                    <a:pt x="140" y="229"/>
                    <a:pt x="150" y="228"/>
                    <a:pt x="155" y="234"/>
                  </a:cubicBezTo>
                  <a:cubicBezTo>
                    <a:pt x="159" y="239"/>
                    <a:pt x="159" y="246"/>
                    <a:pt x="161" y="252"/>
                  </a:cubicBezTo>
                  <a:cubicBezTo>
                    <a:pt x="159" y="276"/>
                    <a:pt x="162" y="301"/>
                    <a:pt x="155" y="324"/>
                  </a:cubicBezTo>
                  <a:cubicBezTo>
                    <a:pt x="153" y="330"/>
                    <a:pt x="141" y="325"/>
                    <a:pt x="137" y="330"/>
                  </a:cubicBezTo>
                  <a:cubicBezTo>
                    <a:pt x="131" y="338"/>
                    <a:pt x="138" y="353"/>
                    <a:pt x="131" y="360"/>
                  </a:cubicBezTo>
                  <a:cubicBezTo>
                    <a:pt x="121" y="370"/>
                    <a:pt x="76" y="379"/>
                    <a:pt x="59" y="390"/>
                  </a:cubicBezTo>
                  <a:cubicBezTo>
                    <a:pt x="45" y="411"/>
                    <a:pt x="41" y="426"/>
                    <a:pt x="23" y="444"/>
                  </a:cubicBezTo>
                  <a:cubicBezTo>
                    <a:pt x="37" y="616"/>
                    <a:pt x="0" y="561"/>
                    <a:pt x="77" y="612"/>
                  </a:cubicBezTo>
                  <a:cubicBezTo>
                    <a:pt x="85" y="635"/>
                    <a:pt x="72" y="667"/>
                    <a:pt x="89" y="684"/>
                  </a:cubicBezTo>
                  <a:cubicBezTo>
                    <a:pt x="99" y="694"/>
                    <a:pt x="117" y="680"/>
                    <a:pt x="131" y="678"/>
                  </a:cubicBezTo>
                  <a:cubicBezTo>
                    <a:pt x="143" y="618"/>
                    <a:pt x="123" y="669"/>
                    <a:pt x="197" y="642"/>
                  </a:cubicBezTo>
                  <a:cubicBezTo>
                    <a:pt x="211" y="637"/>
                    <a:pt x="203" y="591"/>
                    <a:pt x="215" y="582"/>
                  </a:cubicBezTo>
                  <a:cubicBezTo>
                    <a:pt x="225" y="575"/>
                    <a:pt x="273" y="557"/>
                    <a:pt x="287" y="552"/>
                  </a:cubicBezTo>
                  <a:cubicBezTo>
                    <a:pt x="297" y="582"/>
                    <a:pt x="311" y="589"/>
                    <a:pt x="341" y="600"/>
                  </a:cubicBezTo>
                  <a:cubicBezTo>
                    <a:pt x="353" y="604"/>
                    <a:pt x="365" y="608"/>
                    <a:pt x="377" y="612"/>
                  </a:cubicBezTo>
                  <a:cubicBezTo>
                    <a:pt x="383" y="614"/>
                    <a:pt x="395" y="618"/>
                    <a:pt x="395" y="618"/>
                  </a:cubicBezTo>
                  <a:cubicBezTo>
                    <a:pt x="399" y="624"/>
                    <a:pt x="404" y="630"/>
                    <a:pt x="407" y="636"/>
                  </a:cubicBezTo>
                  <a:cubicBezTo>
                    <a:pt x="410" y="642"/>
                    <a:pt x="410" y="648"/>
                    <a:pt x="413" y="654"/>
                  </a:cubicBezTo>
                  <a:cubicBezTo>
                    <a:pt x="420" y="667"/>
                    <a:pt x="437" y="690"/>
                    <a:pt x="437" y="690"/>
                  </a:cubicBezTo>
                  <a:cubicBezTo>
                    <a:pt x="509" y="681"/>
                    <a:pt x="468" y="685"/>
                    <a:pt x="515" y="654"/>
                  </a:cubicBezTo>
                  <a:cubicBezTo>
                    <a:pt x="546" y="662"/>
                    <a:pt x="582" y="652"/>
                    <a:pt x="611" y="666"/>
                  </a:cubicBezTo>
                  <a:cubicBezTo>
                    <a:pt x="620" y="670"/>
                    <a:pt x="611" y="688"/>
                    <a:pt x="617" y="696"/>
                  </a:cubicBezTo>
                  <a:cubicBezTo>
                    <a:pt x="621" y="701"/>
                    <a:pt x="629" y="700"/>
                    <a:pt x="635" y="702"/>
                  </a:cubicBezTo>
                  <a:cubicBezTo>
                    <a:pt x="666" y="692"/>
                    <a:pt x="675" y="671"/>
                    <a:pt x="701" y="654"/>
                  </a:cubicBezTo>
                  <a:cubicBezTo>
                    <a:pt x="734" y="661"/>
                    <a:pt x="754" y="680"/>
                    <a:pt x="785" y="690"/>
                  </a:cubicBezTo>
                  <a:cubicBezTo>
                    <a:pt x="791" y="688"/>
                    <a:pt x="799" y="689"/>
                    <a:pt x="803" y="684"/>
                  </a:cubicBezTo>
                  <a:cubicBezTo>
                    <a:pt x="810" y="674"/>
                    <a:pt x="815" y="648"/>
                    <a:pt x="815" y="648"/>
                  </a:cubicBezTo>
                  <a:cubicBezTo>
                    <a:pt x="813" y="606"/>
                    <a:pt x="812" y="564"/>
                    <a:pt x="809" y="522"/>
                  </a:cubicBezTo>
                  <a:cubicBezTo>
                    <a:pt x="808" y="510"/>
                    <a:pt x="793" y="468"/>
                    <a:pt x="791" y="462"/>
                  </a:cubicBezTo>
                  <a:cubicBezTo>
                    <a:pt x="789" y="456"/>
                    <a:pt x="785" y="444"/>
                    <a:pt x="785" y="444"/>
                  </a:cubicBezTo>
                  <a:cubicBezTo>
                    <a:pt x="787" y="438"/>
                    <a:pt x="787" y="431"/>
                    <a:pt x="791" y="426"/>
                  </a:cubicBezTo>
                  <a:cubicBezTo>
                    <a:pt x="796" y="420"/>
                    <a:pt x="805" y="420"/>
                    <a:pt x="809" y="414"/>
                  </a:cubicBezTo>
                  <a:cubicBezTo>
                    <a:pt x="816" y="403"/>
                    <a:pt x="821" y="378"/>
                    <a:pt x="821" y="378"/>
                  </a:cubicBezTo>
                  <a:cubicBezTo>
                    <a:pt x="823" y="354"/>
                    <a:pt x="816" y="328"/>
                    <a:pt x="827" y="306"/>
                  </a:cubicBezTo>
                  <a:cubicBezTo>
                    <a:pt x="833" y="295"/>
                    <a:pt x="851" y="298"/>
                    <a:pt x="863" y="294"/>
                  </a:cubicBezTo>
                  <a:cubicBezTo>
                    <a:pt x="869" y="292"/>
                    <a:pt x="881" y="288"/>
                    <a:pt x="881" y="288"/>
                  </a:cubicBezTo>
                  <a:cubicBezTo>
                    <a:pt x="889" y="290"/>
                    <a:pt x="914" y="301"/>
                    <a:pt x="923" y="288"/>
                  </a:cubicBezTo>
                  <a:cubicBezTo>
                    <a:pt x="946" y="255"/>
                    <a:pt x="923" y="240"/>
                    <a:pt x="959" y="228"/>
                  </a:cubicBezTo>
                  <a:cubicBezTo>
                    <a:pt x="976" y="203"/>
                    <a:pt x="978" y="187"/>
                    <a:pt x="983" y="156"/>
                  </a:cubicBezTo>
                  <a:cubicBezTo>
                    <a:pt x="971" y="120"/>
                    <a:pt x="914" y="119"/>
                    <a:pt x="881" y="114"/>
                  </a:cubicBezTo>
                  <a:cubicBezTo>
                    <a:pt x="829" y="79"/>
                    <a:pt x="882" y="81"/>
                    <a:pt x="797" y="90"/>
                  </a:cubicBezTo>
                  <a:cubicBezTo>
                    <a:pt x="791" y="92"/>
                    <a:pt x="785" y="94"/>
                    <a:pt x="779" y="96"/>
                  </a:cubicBezTo>
                  <a:cubicBezTo>
                    <a:pt x="771" y="98"/>
                    <a:pt x="763" y="100"/>
                    <a:pt x="755" y="102"/>
                  </a:cubicBezTo>
                  <a:cubicBezTo>
                    <a:pt x="743" y="106"/>
                    <a:pt x="719" y="114"/>
                    <a:pt x="719" y="114"/>
                  </a:cubicBezTo>
                  <a:cubicBezTo>
                    <a:pt x="693" y="110"/>
                    <a:pt x="677" y="114"/>
                    <a:pt x="659" y="96"/>
                  </a:cubicBezTo>
                  <a:cubicBezTo>
                    <a:pt x="641" y="78"/>
                    <a:pt x="649" y="60"/>
                    <a:pt x="623" y="48"/>
                  </a:cubicBezTo>
                  <a:cubicBezTo>
                    <a:pt x="591" y="34"/>
                    <a:pt x="558" y="28"/>
                    <a:pt x="527" y="12"/>
                  </a:cubicBezTo>
                  <a:cubicBezTo>
                    <a:pt x="515" y="14"/>
                    <a:pt x="500" y="9"/>
                    <a:pt x="491" y="18"/>
                  </a:cubicBezTo>
                  <a:cubicBezTo>
                    <a:pt x="477" y="32"/>
                    <a:pt x="542" y="98"/>
                    <a:pt x="491" y="72"/>
                  </a:cubicBezTo>
                  <a:cubicBezTo>
                    <a:pt x="485" y="69"/>
                    <a:pt x="479" y="64"/>
                    <a:pt x="473" y="60"/>
                  </a:cubicBezTo>
                  <a:cubicBezTo>
                    <a:pt x="459" y="19"/>
                    <a:pt x="446" y="23"/>
                    <a:pt x="407" y="12"/>
                  </a:cubicBezTo>
                  <a:cubicBezTo>
                    <a:pt x="395" y="9"/>
                    <a:pt x="371" y="0"/>
                    <a:pt x="371" y="0"/>
                  </a:cubicBezTo>
                  <a:cubicBezTo>
                    <a:pt x="349" y="15"/>
                    <a:pt x="354" y="28"/>
                    <a:pt x="329" y="36"/>
                  </a:cubicBezTo>
                  <a:cubicBezTo>
                    <a:pt x="325" y="48"/>
                    <a:pt x="321" y="60"/>
                    <a:pt x="317" y="72"/>
                  </a:cubicBezTo>
                  <a:cubicBezTo>
                    <a:pt x="313" y="84"/>
                    <a:pt x="293" y="80"/>
                    <a:pt x="281" y="84"/>
                  </a:cubicBezTo>
                  <a:cubicBezTo>
                    <a:pt x="267" y="89"/>
                    <a:pt x="259" y="107"/>
                    <a:pt x="245" y="108"/>
                  </a:cubicBezTo>
                  <a:cubicBezTo>
                    <a:pt x="219" y="110"/>
                    <a:pt x="193" y="112"/>
                    <a:pt x="167" y="114"/>
                  </a:cubicBezTo>
                  <a:cubicBezTo>
                    <a:pt x="160" y="136"/>
                    <a:pt x="155" y="135"/>
                    <a:pt x="173" y="126"/>
                  </a:cubicBez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3" name="Freeform 70"/>
            <p:cNvSpPr>
              <a:spLocks/>
            </p:cNvSpPr>
            <p:nvPr/>
          </p:nvSpPr>
          <p:spPr bwMode="auto">
            <a:xfrm>
              <a:off x="6516688" y="4030663"/>
              <a:ext cx="1790700" cy="1427162"/>
            </a:xfrm>
            <a:custGeom>
              <a:avLst/>
              <a:gdLst>
                <a:gd name="T0" fmla="*/ 2147483647 w 1267"/>
                <a:gd name="T1" fmla="*/ 2147483647 h 1010"/>
                <a:gd name="T2" fmla="*/ 2147483647 w 1267"/>
                <a:gd name="T3" fmla="*/ 2147483647 h 1010"/>
                <a:gd name="T4" fmla="*/ 2147483647 w 1267"/>
                <a:gd name="T5" fmla="*/ 2147483647 h 1010"/>
                <a:gd name="T6" fmla="*/ 2147483647 w 1267"/>
                <a:gd name="T7" fmla="*/ 2147483647 h 1010"/>
                <a:gd name="T8" fmla="*/ 2147483647 w 1267"/>
                <a:gd name="T9" fmla="*/ 2147483647 h 1010"/>
                <a:gd name="T10" fmla="*/ 2147483647 w 1267"/>
                <a:gd name="T11" fmla="*/ 2147483647 h 1010"/>
                <a:gd name="T12" fmla="*/ 2147483647 w 1267"/>
                <a:gd name="T13" fmla="*/ 2147483647 h 1010"/>
                <a:gd name="T14" fmla="*/ 2147483647 w 1267"/>
                <a:gd name="T15" fmla="*/ 2147483647 h 1010"/>
                <a:gd name="T16" fmla="*/ 2147483647 w 1267"/>
                <a:gd name="T17" fmla="*/ 2147483647 h 1010"/>
                <a:gd name="T18" fmla="*/ 2147483647 w 1267"/>
                <a:gd name="T19" fmla="*/ 2147483647 h 1010"/>
                <a:gd name="T20" fmla="*/ 2147483647 w 1267"/>
                <a:gd name="T21" fmla="*/ 2147483647 h 1010"/>
                <a:gd name="T22" fmla="*/ 2147483647 w 1267"/>
                <a:gd name="T23" fmla="*/ 2147483647 h 1010"/>
                <a:gd name="T24" fmla="*/ 2147483647 w 1267"/>
                <a:gd name="T25" fmla="*/ 2147483647 h 1010"/>
                <a:gd name="T26" fmla="*/ 2147483647 w 1267"/>
                <a:gd name="T27" fmla="*/ 2147483647 h 1010"/>
                <a:gd name="T28" fmla="*/ 2147483647 w 1267"/>
                <a:gd name="T29" fmla="*/ 2147483647 h 1010"/>
                <a:gd name="T30" fmla="*/ 2147483647 w 1267"/>
                <a:gd name="T31" fmla="*/ 2147483647 h 1010"/>
                <a:gd name="T32" fmla="*/ 2147483647 w 1267"/>
                <a:gd name="T33" fmla="*/ 2147483647 h 1010"/>
                <a:gd name="T34" fmla="*/ 2147483647 w 1267"/>
                <a:gd name="T35" fmla="*/ 2147483647 h 1010"/>
                <a:gd name="T36" fmla="*/ 2147483647 w 1267"/>
                <a:gd name="T37" fmla="*/ 2147483647 h 1010"/>
                <a:gd name="T38" fmla="*/ 2147483647 w 1267"/>
                <a:gd name="T39" fmla="*/ 2147483647 h 1010"/>
                <a:gd name="T40" fmla="*/ 2147483647 w 1267"/>
                <a:gd name="T41" fmla="*/ 2147483647 h 1010"/>
                <a:gd name="T42" fmla="*/ 2147483647 w 1267"/>
                <a:gd name="T43" fmla="*/ 2147483647 h 1010"/>
                <a:gd name="T44" fmla="*/ 2147483647 w 1267"/>
                <a:gd name="T45" fmla="*/ 2147483647 h 1010"/>
                <a:gd name="T46" fmla="*/ 2147483647 w 1267"/>
                <a:gd name="T47" fmla="*/ 2147483647 h 1010"/>
                <a:gd name="T48" fmla="*/ 2147483647 w 1267"/>
                <a:gd name="T49" fmla="*/ 2147483647 h 1010"/>
                <a:gd name="T50" fmla="*/ 2147483647 w 1267"/>
                <a:gd name="T51" fmla="*/ 2147483647 h 1010"/>
                <a:gd name="T52" fmla="*/ 2147483647 w 1267"/>
                <a:gd name="T53" fmla="*/ 2147483647 h 1010"/>
                <a:gd name="T54" fmla="*/ 2147483647 w 1267"/>
                <a:gd name="T55" fmla="*/ 2147483647 h 1010"/>
                <a:gd name="T56" fmla="*/ 2147483647 w 1267"/>
                <a:gd name="T57" fmla="*/ 2147483647 h 1010"/>
                <a:gd name="T58" fmla="*/ 2147483647 w 1267"/>
                <a:gd name="T59" fmla="*/ 2147483647 h 1010"/>
                <a:gd name="T60" fmla="*/ 2147483647 w 1267"/>
                <a:gd name="T61" fmla="*/ 2147483647 h 1010"/>
                <a:gd name="T62" fmla="*/ 2147483647 w 1267"/>
                <a:gd name="T63" fmla="*/ 2147483647 h 1010"/>
                <a:gd name="T64" fmla="*/ 2147483647 w 1267"/>
                <a:gd name="T65" fmla="*/ 2147483647 h 1010"/>
                <a:gd name="T66" fmla="*/ 2147483647 w 1267"/>
                <a:gd name="T67" fmla="*/ 2147483647 h 1010"/>
                <a:gd name="T68" fmla="*/ 2147483647 w 1267"/>
                <a:gd name="T69" fmla="*/ 2147483647 h 1010"/>
                <a:gd name="T70" fmla="*/ 2147483647 w 1267"/>
                <a:gd name="T71" fmla="*/ 2147483647 h 1010"/>
                <a:gd name="T72" fmla="*/ 2147483647 w 1267"/>
                <a:gd name="T73" fmla="*/ 2147483647 h 1010"/>
                <a:gd name="T74" fmla="*/ 2147483647 w 1267"/>
                <a:gd name="T75" fmla="*/ 2147483647 h 1010"/>
                <a:gd name="T76" fmla="*/ 2147483647 w 1267"/>
                <a:gd name="T77" fmla="*/ 2147483647 h 1010"/>
                <a:gd name="T78" fmla="*/ 2147483647 w 1267"/>
                <a:gd name="T79" fmla="*/ 2147483647 h 1010"/>
                <a:gd name="T80" fmla="*/ 2147483647 w 1267"/>
                <a:gd name="T81" fmla="*/ 2147483647 h 1010"/>
                <a:gd name="T82" fmla="*/ 2147483647 w 1267"/>
                <a:gd name="T83" fmla="*/ 2147483647 h 1010"/>
                <a:gd name="T84" fmla="*/ 2147483647 w 1267"/>
                <a:gd name="T85" fmla="*/ 2147483647 h 1010"/>
                <a:gd name="T86" fmla="*/ 2147483647 w 1267"/>
                <a:gd name="T87" fmla="*/ 2147483647 h 1010"/>
                <a:gd name="T88" fmla="*/ 2147483647 w 1267"/>
                <a:gd name="T89" fmla="*/ 2147483647 h 1010"/>
                <a:gd name="T90" fmla="*/ 2147483647 w 1267"/>
                <a:gd name="T91" fmla="*/ 2147483647 h 1010"/>
                <a:gd name="T92" fmla="*/ 2147483647 w 1267"/>
                <a:gd name="T93" fmla="*/ 2147483647 h 1010"/>
                <a:gd name="T94" fmla="*/ 2147483647 w 1267"/>
                <a:gd name="T95" fmla="*/ 2147483647 h 1010"/>
                <a:gd name="T96" fmla="*/ 2147483647 w 1267"/>
                <a:gd name="T97" fmla="*/ 2147483647 h 1010"/>
                <a:gd name="T98" fmla="*/ 2147483647 w 1267"/>
                <a:gd name="T99" fmla="*/ 2147483647 h 1010"/>
                <a:gd name="T100" fmla="*/ 2147483647 w 1267"/>
                <a:gd name="T101" fmla="*/ 2147483647 h 1010"/>
                <a:gd name="T102" fmla="*/ 2147483647 w 1267"/>
                <a:gd name="T103" fmla="*/ 2147483647 h 1010"/>
                <a:gd name="T104" fmla="*/ 2147483647 w 1267"/>
                <a:gd name="T105" fmla="*/ 2147483647 h 1010"/>
                <a:gd name="T106" fmla="*/ 2147483647 w 1267"/>
                <a:gd name="T107" fmla="*/ 0 h 1010"/>
                <a:gd name="T108" fmla="*/ 2147483647 w 1267"/>
                <a:gd name="T109" fmla="*/ 2147483647 h 101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267"/>
                <a:gd name="T166" fmla="*/ 0 h 1010"/>
                <a:gd name="T167" fmla="*/ 1267 w 1267"/>
                <a:gd name="T168" fmla="*/ 1010 h 101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267" h="1010">
                  <a:moveTo>
                    <a:pt x="233" y="6"/>
                  </a:moveTo>
                  <a:cubicBezTo>
                    <a:pt x="215" y="8"/>
                    <a:pt x="197" y="8"/>
                    <a:pt x="179" y="12"/>
                  </a:cubicBezTo>
                  <a:cubicBezTo>
                    <a:pt x="172" y="14"/>
                    <a:pt x="165" y="18"/>
                    <a:pt x="161" y="24"/>
                  </a:cubicBezTo>
                  <a:cubicBezTo>
                    <a:pt x="154" y="35"/>
                    <a:pt x="161" y="56"/>
                    <a:pt x="149" y="60"/>
                  </a:cubicBezTo>
                  <a:cubicBezTo>
                    <a:pt x="121" y="69"/>
                    <a:pt x="137" y="65"/>
                    <a:pt x="101" y="72"/>
                  </a:cubicBezTo>
                  <a:cubicBezTo>
                    <a:pt x="81" y="85"/>
                    <a:pt x="73" y="101"/>
                    <a:pt x="53" y="114"/>
                  </a:cubicBezTo>
                  <a:cubicBezTo>
                    <a:pt x="47" y="138"/>
                    <a:pt x="53" y="165"/>
                    <a:pt x="41" y="186"/>
                  </a:cubicBezTo>
                  <a:cubicBezTo>
                    <a:pt x="34" y="198"/>
                    <a:pt x="5" y="210"/>
                    <a:pt x="5" y="210"/>
                  </a:cubicBezTo>
                  <a:cubicBezTo>
                    <a:pt x="9" y="259"/>
                    <a:pt x="0" y="301"/>
                    <a:pt x="35" y="336"/>
                  </a:cubicBezTo>
                  <a:cubicBezTo>
                    <a:pt x="48" y="375"/>
                    <a:pt x="35" y="456"/>
                    <a:pt x="11" y="492"/>
                  </a:cubicBezTo>
                  <a:cubicBezTo>
                    <a:pt x="18" y="518"/>
                    <a:pt x="33" y="527"/>
                    <a:pt x="41" y="552"/>
                  </a:cubicBezTo>
                  <a:cubicBezTo>
                    <a:pt x="44" y="576"/>
                    <a:pt x="38" y="605"/>
                    <a:pt x="53" y="624"/>
                  </a:cubicBezTo>
                  <a:cubicBezTo>
                    <a:pt x="71" y="646"/>
                    <a:pt x="112" y="672"/>
                    <a:pt x="137" y="684"/>
                  </a:cubicBezTo>
                  <a:cubicBezTo>
                    <a:pt x="149" y="719"/>
                    <a:pt x="149" y="756"/>
                    <a:pt x="161" y="792"/>
                  </a:cubicBezTo>
                  <a:cubicBezTo>
                    <a:pt x="166" y="834"/>
                    <a:pt x="161" y="864"/>
                    <a:pt x="191" y="894"/>
                  </a:cubicBezTo>
                  <a:cubicBezTo>
                    <a:pt x="197" y="913"/>
                    <a:pt x="194" y="936"/>
                    <a:pt x="203" y="954"/>
                  </a:cubicBezTo>
                  <a:cubicBezTo>
                    <a:pt x="204" y="956"/>
                    <a:pt x="256" y="970"/>
                    <a:pt x="263" y="972"/>
                  </a:cubicBezTo>
                  <a:cubicBezTo>
                    <a:pt x="276" y="1010"/>
                    <a:pt x="323" y="1001"/>
                    <a:pt x="335" y="966"/>
                  </a:cubicBezTo>
                  <a:cubicBezTo>
                    <a:pt x="337" y="946"/>
                    <a:pt x="334" y="925"/>
                    <a:pt x="341" y="906"/>
                  </a:cubicBezTo>
                  <a:cubicBezTo>
                    <a:pt x="346" y="892"/>
                    <a:pt x="409" y="908"/>
                    <a:pt x="425" y="912"/>
                  </a:cubicBezTo>
                  <a:cubicBezTo>
                    <a:pt x="443" y="885"/>
                    <a:pt x="460" y="860"/>
                    <a:pt x="491" y="852"/>
                  </a:cubicBezTo>
                  <a:cubicBezTo>
                    <a:pt x="519" y="894"/>
                    <a:pt x="503" y="880"/>
                    <a:pt x="533" y="900"/>
                  </a:cubicBezTo>
                  <a:cubicBezTo>
                    <a:pt x="537" y="906"/>
                    <a:pt x="540" y="913"/>
                    <a:pt x="545" y="918"/>
                  </a:cubicBezTo>
                  <a:cubicBezTo>
                    <a:pt x="550" y="923"/>
                    <a:pt x="558" y="924"/>
                    <a:pt x="563" y="930"/>
                  </a:cubicBezTo>
                  <a:cubicBezTo>
                    <a:pt x="575" y="946"/>
                    <a:pt x="561" y="953"/>
                    <a:pt x="581" y="966"/>
                  </a:cubicBezTo>
                  <a:cubicBezTo>
                    <a:pt x="592" y="973"/>
                    <a:pt x="617" y="978"/>
                    <a:pt x="617" y="978"/>
                  </a:cubicBezTo>
                  <a:cubicBezTo>
                    <a:pt x="619" y="984"/>
                    <a:pt x="617" y="995"/>
                    <a:pt x="623" y="996"/>
                  </a:cubicBezTo>
                  <a:cubicBezTo>
                    <a:pt x="624" y="996"/>
                    <a:pt x="710" y="973"/>
                    <a:pt x="713" y="972"/>
                  </a:cubicBezTo>
                  <a:cubicBezTo>
                    <a:pt x="742" y="943"/>
                    <a:pt x="726" y="927"/>
                    <a:pt x="743" y="906"/>
                  </a:cubicBezTo>
                  <a:cubicBezTo>
                    <a:pt x="756" y="890"/>
                    <a:pt x="785" y="886"/>
                    <a:pt x="803" y="882"/>
                  </a:cubicBezTo>
                  <a:cubicBezTo>
                    <a:pt x="822" y="853"/>
                    <a:pt x="813" y="817"/>
                    <a:pt x="785" y="798"/>
                  </a:cubicBezTo>
                  <a:cubicBezTo>
                    <a:pt x="787" y="780"/>
                    <a:pt x="781" y="759"/>
                    <a:pt x="791" y="744"/>
                  </a:cubicBezTo>
                  <a:cubicBezTo>
                    <a:pt x="798" y="733"/>
                    <a:pt x="827" y="732"/>
                    <a:pt x="827" y="732"/>
                  </a:cubicBezTo>
                  <a:cubicBezTo>
                    <a:pt x="856" y="742"/>
                    <a:pt x="866" y="735"/>
                    <a:pt x="887" y="714"/>
                  </a:cubicBezTo>
                  <a:cubicBezTo>
                    <a:pt x="901" y="672"/>
                    <a:pt x="887" y="682"/>
                    <a:pt x="917" y="672"/>
                  </a:cubicBezTo>
                  <a:cubicBezTo>
                    <a:pt x="940" y="687"/>
                    <a:pt x="956" y="693"/>
                    <a:pt x="983" y="684"/>
                  </a:cubicBezTo>
                  <a:cubicBezTo>
                    <a:pt x="989" y="675"/>
                    <a:pt x="1010" y="644"/>
                    <a:pt x="1019" y="630"/>
                  </a:cubicBezTo>
                  <a:cubicBezTo>
                    <a:pt x="1023" y="624"/>
                    <a:pt x="1024" y="614"/>
                    <a:pt x="1031" y="612"/>
                  </a:cubicBezTo>
                  <a:cubicBezTo>
                    <a:pt x="1079" y="596"/>
                    <a:pt x="1055" y="602"/>
                    <a:pt x="1103" y="594"/>
                  </a:cubicBezTo>
                  <a:cubicBezTo>
                    <a:pt x="1117" y="553"/>
                    <a:pt x="1110" y="517"/>
                    <a:pt x="1121" y="474"/>
                  </a:cubicBezTo>
                  <a:cubicBezTo>
                    <a:pt x="1127" y="452"/>
                    <a:pt x="1210" y="450"/>
                    <a:pt x="1211" y="450"/>
                  </a:cubicBezTo>
                  <a:cubicBezTo>
                    <a:pt x="1226" y="406"/>
                    <a:pt x="1206" y="358"/>
                    <a:pt x="1247" y="330"/>
                  </a:cubicBezTo>
                  <a:cubicBezTo>
                    <a:pt x="1248" y="319"/>
                    <a:pt x="1267" y="229"/>
                    <a:pt x="1253" y="210"/>
                  </a:cubicBezTo>
                  <a:cubicBezTo>
                    <a:pt x="1248" y="203"/>
                    <a:pt x="1237" y="206"/>
                    <a:pt x="1229" y="204"/>
                  </a:cubicBezTo>
                  <a:cubicBezTo>
                    <a:pt x="1157" y="182"/>
                    <a:pt x="1168" y="175"/>
                    <a:pt x="1079" y="168"/>
                  </a:cubicBezTo>
                  <a:cubicBezTo>
                    <a:pt x="1077" y="162"/>
                    <a:pt x="1078" y="154"/>
                    <a:pt x="1073" y="150"/>
                  </a:cubicBezTo>
                  <a:cubicBezTo>
                    <a:pt x="1063" y="143"/>
                    <a:pt x="1037" y="138"/>
                    <a:pt x="1037" y="138"/>
                  </a:cubicBezTo>
                  <a:cubicBezTo>
                    <a:pt x="972" y="144"/>
                    <a:pt x="955" y="155"/>
                    <a:pt x="899" y="174"/>
                  </a:cubicBezTo>
                  <a:cubicBezTo>
                    <a:pt x="848" y="191"/>
                    <a:pt x="791" y="178"/>
                    <a:pt x="737" y="180"/>
                  </a:cubicBezTo>
                  <a:cubicBezTo>
                    <a:pt x="689" y="196"/>
                    <a:pt x="613" y="173"/>
                    <a:pt x="563" y="168"/>
                  </a:cubicBezTo>
                  <a:cubicBezTo>
                    <a:pt x="526" y="156"/>
                    <a:pt x="537" y="128"/>
                    <a:pt x="515" y="102"/>
                  </a:cubicBezTo>
                  <a:cubicBezTo>
                    <a:pt x="494" y="77"/>
                    <a:pt x="457" y="58"/>
                    <a:pt x="431" y="36"/>
                  </a:cubicBezTo>
                  <a:cubicBezTo>
                    <a:pt x="412" y="21"/>
                    <a:pt x="393" y="19"/>
                    <a:pt x="371" y="12"/>
                  </a:cubicBezTo>
                  <a:cubicBezTo>
                    <a:pt x="359" y="8"/>
                    <a:pt x="335" y="0"/>
                    <a:pt x="335" y="0"/>
                  </a:cubicBezTo>
                  <a:cubicBezTo>
                    <a:pt x="195" y="12"/>
                    <a:pt x="243" y="12"/>
                    <a:pt x="191" y="12"/>
                  </a:cubicBezTo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4" name="Freeform 71"/>
            <p:cNvSpPr>
              <a:spLocks/>
            </p:cNvSpPr>
            <p:nvPr/>
          </p:nvSpPr>
          <p:spPr bwMode="auto">
            <a:xfrm>
              <a:off x="6724650" y="2614613"/>
              <a:ext cx="1677988" cy="1852612"/>
            </a:xfrm>
            <a:custGeom>
              <a:avLst/>
              <a:gdLst>
                <a:gd name="T0" fmla="*/ 2147483647 w 1187"/>
                <a:gd name="T1" fmla="*/ 2147483647 h 1311"/>
                <a:gd name="T2" fmla="*/ 2147483647 w 1187"/>
                <a:gd name="T3" fmla="*/ 2147483647 h 1311"/>
                <a:gd name="T4" fmla="*/ 2147483647 w 1187"/>
                <a:gd name="T5" fmla="*/ 2147483647 h 1311"/>
                <a:gd name="T6" fmla="*/ 2147483647 w 1187"/>
                <a:gd name="T7" fmla="*/ 2147483647 h 1311"/>
                <a:gd name="T8" fmla="*/ 2147483647 w 1187"/>
                <a:gd name="T9" fmla="*/ 2147483647 h 1311"/>
                <a:gd name="T10" fmla="*/ 2147483647 w 1187"/>
                <a:gd name="T11" fmla="*/ 2147483647 h 1311"/>
                <a:gd name="T12" fmla="*/ 2147483647 w 1187"/>
                <a:gd name="T13" fmla="*/ 2147483647 h 1311"/>
                <a:gd name="T14" fmla="*/ 2147483647 w 1187"/>
                <a:gd name="T15" fmla="*/ 2147483647 h 1311"/>
                <a:gd name="T16" fmla="*/ 2147483647 w 1187"/>
                <a:gd name="T17" fmla="*/ 2147483647 h 1311"/>
                <a:gd name="T18" fmla="*/ 2147483647 w 1187"/>
                <a:gd name="T19" fmla="*/ 2147483647 h 1311"/>
                <a:gd name="T20" fmla="*/ 2147483647 w 1187"/>
                <a:gd name="T21" fmla="*/ 2147483647 h 1311"/>
                <a:gd name="T22" fmla="*/ 2147483647 w 1187"/>
                <a:gd name="T23" fmla="*/ 2147483647 h 1311"/>
                <a:gd name="T24" fmla="*/ 2147483647 w 1187"/>
                <a:gd name="T25" fmla="*/ 2147483647 h 1311"/>
                <a:gd name="T26" fmla="*/ 2147483647 w 1187"/>
                <a:gd name="T27" fmla="*/ 2147483647 h 1311"/>
                <a:gd name="T28" fmla="*/ 2147483647 w 1187"/>
                <a:gd name="T29" fmla="*/ 2147483647 h 1311"/>
                <a:gd name="T30" fmla="*/ 2147483647 w 1187"/>
                <a:gd name="T31" fmla="*/ 2147483647 h 1311"/>
                <a:gd name="T32" fmla="*/ 2147483647 w 1187"/>
                <a:gd name="T33" fmla="*/ 2147483647 h 1311"/>
                <a:gd name="T34" fmla="*/ 2147483647 w 1187"/>
                <a:gd name="T35" fmla="*/ 2147483647 h 1311"/>
                <a:gd name="T36" fmla="*/ 2147483647 w 1187"/>
                <a:gd name="T37" fmla="*/ 2147483647 h 1311"/>
                <a:gd name="T38" fmla="*/ 2147483647 w 1187"/>
                <a:gd name="T39" fmla="*/ 2147483647 h 1311"/>
                <a:gd name="T40" fmla="*/ 2147483647 w 1187"/>
                <a:gd name="T41" fmla="*/ 2147483647 h 1311"/>
                <a:gd name="T42" fmla="*/ 2147483647 w 1187"/>
                <a:gd name="T43" fmla="*/ 2147483647 h 1311"/>
                <a:gd name="T44" fmla="*/ 2147483647 w 1187"/>
                <a:gd name="T45" fmla="*/ 2147483647 h 1311"/>
                <a:gd name="T46" fmla="*/ 2147483647 w 1187"/>
                <a:gd name="T47" fmla="*/ 2147483647 h 1311"/>
                <a:gd name="T48" fmla="*/ 2147483647 w 1187"/>
                <a:gd name="T49" fmla="*/ 2147483647 h 1311"/>
                <a:gd name="T50" fmla="*/ 2147483647 w 1187"/>
                <a:gd name="T51" fmla="*/ 2147483647 h 1311"/>
                <a:gd name="T52" fmla="*/ 2147483647 w 1187"/>
                <a:gd name="T53" fmla="*/ 2147483647 h 1311"/>
                <a:gd name="T54" fmla="*/ 2147483647 w 1187"/>
                <a:gd name="T55" fmla="*/ 2147483647 h 1311"/>
                <a:gd name="T56" fmla="*/ 2147483647 w 1187"/>
                <a:gd name="T57" fmla="*/ 2147483647 h 1311"/>
                <a:gd name="T58" fmla="*/ 2147483647 w 1187"/>
                <a:gd name="T59" fmla="*/ 2147483647 h 1311"/>
                <a:gd name="T60" fmla="*/ 2147483647 w 1187"/>
                <a:gd name="T61" fmla="*/ 2147483647 h 1311"/>
                <a:gd name="T62" fmla="*/ 2147483647 w 1187"/>
                <a:gd name="T63" fmla="*/ 2147483647 h 1311"/>
                <a:gd name="T64" fmla="*/ 2147483647 w 1187"/>
                <a:gd name="T65" fmla="*/ 2147483647 h 1311"/>
                <a:gd name="T66" fmla="*/ 2147483647 w 1187"/>
                <a:gd name="T67" fmla="*/ 2147483647 h 1311"/>
                <a:gd name="T68" fmla="*/ 2147483647 w 1187"/>
                <a:gd name="T69" fmla="*/ 2147483647 h 1311"/>
                <a:gd name="T70" fmla="*/ 2147483647 w 1187"/>
                <a:gd name="T71" fmla="*/ 2147483647 h 1311"/>
                <a:gd name="T72" fmla="*/ 2147483647 w 1187"/>
                <a:gd name="T73" fmla="*/ 2147483647 h 1311"/>
                <a:gd name="T74" fmla="*/ 2147483647 w 1187"/>
                <a:gd name="T75" fmla="*/ 2147483647 h 13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187"/>
                <a:gd name="T115" fmla="*/ 0 h 1311"/>
                <a:gd name="T116" fmla="*/ 1187 w 1187"/>
                <a:gd name="T117" fmla="*/ 1311 h 13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187" h="1311">
                  <a:moveTo>
                    <a:pt x="494" y="108"/>
                  </a:moveTo>
                  <a:cubicBezTo>
                    <a:pt x="474" y="115"/>
                    <a:pt x="440" y="138"/>
                    <a:pt x="440" y="138"/>
                  </a:cubicBezTo>
                  <a:cubicBezTo>
                    <a:pt x="438" y="172"/>
                    <a:pt x="441" y="207"/>
                    <a:pt x="434" y="240"/>
                  </a:cubicBezTo>
                  <a:cubicBezTo>
                    <a:pt x="433" y="246"/>
                    <a:pt x="421" y="242"/>
                    <a:pt x="416" y="246"/>
                  </a:cubicBezTo>
                  <a:cubicBezTo>
                    <a:pt x="401" y="258"/>
                    <a:pt x="392" y="300"/>
                    <a:pt x="392" y="300"/>
                  </a:cubicBezTo>
                  <a:cubicBezTo>
                    <a:pt x="374" y="297"/>
                    <a:pt x="347" y="304"/>
                    <a:pt x="338" y="288"/>
                  </a:cubicBezTo>
                  <a:cubicBezTo>
                    <a:pt x="332" y="277"/>
                    <a:pt x="343" y="258"/>
                    <a:pt x="332" y="252"/>
                  </a:cubicBezTo>
                  <a:cubicBezTo>
                    <a:pt x="313" y="241"/>
                    <a:pt x="288" y="248"/>
                    <a:pt x="266" y="246"/>
                  </a:cubicBezTo>
                  <a:cubicBezTo>
                    <a:pt x="214" y="280"/>
                    <a:pt x="275" y="235"/>
                    <a:pt x="242" y="276"/>
                  </a:cubicBezTo>
                  <a:cubicBezTo>
                    <a:pt x="237" y="282"/>
                    <a:pt x="205" y="298"/>
                    <a:pt x="200" y="300"/>
                  </a:cubicBezTo>
                  <a:cubicBezTo>
                    <a:pt x="188" y="305"/>
                    <a:pt x="164" y="312"/>
                    <a:pt x="164" y="312"/>
                  </a:cubicBezTo>
                  <a:cubicBezTo>
                    <a:pt x="156" y="324"/>
                    <a:pt x="154" y="343"/>
                    <a:pt x="140" y="348"/>
                  </a:cubicBezTo>
                  <a:cubicBezTo>
                    <a:pt x="128" y="352"/>
                    <a:pt x="104" y="360"/>
                    <a:pt x="104" y="360"/>
                  </a:cubicBezTo>
                  <a:cubicBezTo>
                    <a:pt x="100" y="366"/>
                    <a:pt x="94" y="371"/>
                    <a:pt x="92" y="378"/>
                  </a:cubicBezTo>
                  <a:cubicBezTo>
                    <a:pt x="88" y="394"/>
                    <a:pt x="95" y="413"/>
                    <a:pt x="86" y="426"/>
                  </a:cubicBezTo>
                  <a:cubicBezTo>
                    <a:pt x="79" y="436"/>
                    <a:pt x="62" y="434"/>
                    <a:pt x="50" y="438"/>
                  </a:cubicBezTo>
                  <a:cubicBezTo>
                    <a:pt x="44" y="440"/>
                    <a:pt x="32" y="444"/>
                    <a:pt x="32" y="444"/>
                  </a:cubicBezTo>
                  <a:cubicBezTo>
                    <a:pt x="18" y="500"/>
                    <a:pt x="47" y="512"/>
                    <a:pt x="62" y="558"/>
                  </a:cubicBezTo>
                  <a:cubicBezTo>
                    <a:pt x="57" y="601"/>
                    <a:pt x="66" y="620"/>
                    <a:pt x="26" y="630"/>
                  </a:cubicBezTo>
                  <a:cubicBezTo>
                    <a:pt x="14" y="665"/>
                    <a:pt x="0" y="692"/>
                    <a:pt x="20" y="732"/>
                  </a:cubicBezTo>
                  <a:cubicBezTo>
                    <a:pt x="25" y="741"/>
                    <a:pt x="40" y="736"/>
                    <a:pt x="50" y="738"/>
                  </a:cubicBezTo>
                  <a:cubicBezTo>
                    <a:pt x="75" y="755"/>
                    <a:pt x="103" y="757"/>
                    <a:pt x="128" y="774"/>
                  </a:cubicBezTo>
                  <a:cubicBezTo>
                    <a:pt x="122" y="807"/>
                    <a:pt x="127" y="840"/>
                    <a:pt x="92" y="852"/>
                  </a:cubicBezTo>
                  <a:cubicBezTo>
                    <a:pt x="88" y="864"/>
                    <a:pt x="84" y="876"/>
                    <a:pt x="80" y="888"/>
                  </a:cubicBezTo>
                  <a:cubicBezTo>
                    <a:pt x="77" y="896"/>
                    <a:pt x="79" y="906"/>
                    <a:pt x="74" y="912"/>
                  </a:cubicBezTo>
                  <a:cubicBezTo>
                    <a:pt x="70" y="917"/>
                    <a:pt x="62" y="915"/>
                    <a:pt x="56" y="918"/>
                  </a:cubicBezTo>
                  <a:cubicBezTo>
                    <a:pt x="50" y="921"/>
                    <a:pt x="44" y="926"/>
                    <a:pt x="38" y="930"/>
                  </a:cubicBezTo>
                  <a:cubicBezTo>
                    <a:pt x="40" y="944"/>
                    <a:pt x="40" y="958"/>
                    <a:pt x="44" y="972"/>
                  </a:cubicBezTo>
                  <a:cubicBezTo>
                    <a:pt x="46" y="979"/>
                    <a:pt x="56" y="983"/>
                    <a:pt x="56" y="990"/>
                  </a:cubicBezTo>
                  <a:cubicBezTo>
                    <a:pt x="56" y="1003"/>
                    <a:pt x="44" y="1026"/>
                    <a:pt x="44" y="1026"/>
                  </a:cubicBezTo>
                  <a:cubicBezTo>
                    <a:pt x="57" y="1079"/>
                    <a:pt x="37" y="1032"/>
                    <a:pt x="122" y="1056"/>
                  </a:cubicBezTo>
                  <a:cubicBezTo>
                    <a:pt x="129" y="1058"/>
                    <a:pt x="128" y="1069"/>
                    <a:pt x="134" y="1074"/>
                  </a:cubicBezTo>
                  <a:cubicBezTo>
                    <a:pt x="139" y="1078"/>
                    <a:pt x="146" y="1078"/>
                    <a:pt x="152" y="1080"/>
                  </a:cubicBezTo>
                  <a:cubicBezTo>
                    <a:pt x="178" y="1071"/>
                    <a:pt x="198" y="1059"/>
                    <a:pt x="224" y="1050"/>
                  </a:cubicBezTo>
                  <a:cubicBezTo>
                    <a:pt x="244" y="1079"/>
                    <a:pt x="234" y="1111"/>
                    <a:pt x="254" y="1140"/>
                  </a:cubicBezTo>
                  <a:cubicBezTo>
                    <a:pt x="257" y="1180"/>
                    <a:pt x="243" y="1228"/>
                    <a:pt x="284" y="1242"/>
                  </a:cubicBezTo>
                  <a:cubicBezTo>
                    <a:pt x="296" y="1207"/>
                    <a:pt x="290" y="1234"/>
                    <a:pt x="320" y="1254"/>
                  </a:cubicBezTo>
                  <a:cubicBezTo>
                    <a:pt x="362" y="1248"/>
                    <a:pt x="399" y="1256"/>
                    <a:pt x="440" y="1248"/>
                  </a:cubicBezTo>
                  <a:cubicBezTo>
                    <a:pt x="460" y="1235"/>
                    <a:pt x="465" y="1220"/>
                    <a:pt x="488" y="1212"/>
                  </a:cubicBezTo>
                  <a:cubicBezTo>
                    <a:pt x="554" y="1311"/>
                    <a:pt x="392" y="1264"/>
                    <a:pt x="698" y="1254"/>
                  </a:cubicBezTo>
                  <a:cubicBezTo>
                    <a:pt x="701" y="1244"/>
                    <a:pt x="706" y="1224"/>
                    <a:pt x="716" y="1218"/>
                  </a:cubicBezTo>
                  <a:cubicBezTo>
                    <a:pt x="727" y="1211"/>
                    <a:pt x="752" y="1206"/>
                    <a:pt x="752" y="1206"/>
                  </a:cubicBezTo>
                  <a:cubicBezTo>
                    <a:pt x="758" y="1212"/>
                    <a:pt x="763" y="1220"/>
                    <a:pt x="770" y="1224"/>
                  </a:cubicBezTo>
                  <a:cubicBezTo>
                    <a:pt x="781" y="1230"/>
                    <a:pt x="806" y="1236"/>
                    <a:pt x="806" y="1236"/>
                  </a:cubicBezTo>
                  <a:cubicBezTo>
                    <a:pt x="829" y="1201"/>
                    <a:pt x="836" y="1230"/>
                    <a:pt x="872" y="1218"/>
                  </a:cubicBezTo>
                  <a:cubicBezTo>
                    <a:pt x="873" y="1214"/>
                    <a:pt x="875" y="1169"/>
                    <a:pt x="890" y="1164"/>
                  </a:cubicBezTo>
                  <a:cubicBezTo>
                    <a:pt x="904" y="1159"/>
                    <a:pt x="957" y="1186"/>
                    <a:pt x="974" y="1194"/>
                  </a:cubicBezTo>
                  <a:cubicBezTo>
                    <a:pt x="1004" y="1239"/>
                    <a:pt x="1020" y="1207"/>
                    <a:pt x="1058" y="1194"/>
                  </a:cubicBezTo>
                  <a:cubicBezTo>
                    <a:pt x="1100" y="1222"/>
                    <a:pt x="1086" y="1230"/>
                    <a:pt x="1106" y="1200"/>
                  </a:cubicBezTo>
                  <a:cubicBezTo>
                    <a:pt x="1097" y="1173"/>
                    <a:pt x="1076" y="1160"/>
                    <a:pt x="1094" y="1128"/>
                  </a:cubicBezTo>
                  <a:cubicBezTo>
                    <a:pt x="1101" y="1115"/>
                    <a:pt x="1122" y="1120"/>
                    <a:pt x="1136" y="1116"/>
                  </a:cubicBezTo>
                  <a:cubicBezTo>
                    <a:pt x="1120" y="1068"/>
                    <a:pt x="1126" y="1094"/>
                    <a:pt x="1136" y="996"/>
                  </a:cubicBezTo>
                  <a:cubicBezTo>
                    <a:pt x="1138" y="976"/>
                    <a:pt x="1166" y="942"/>
                    <a:pt x="1166" y="942"/>
                  </a:cubicBezTo>
                  <a:cubicBezTo>
                    <a:pt x="1162" y="881"/>
                    <a:pt x="1187" y="819"/>
                    <a:pt x="1124" y="840"/>
                  </a:cubicBezTo>
                  <a:cubicBezTo>
                    <a:pt x="1110" y="883"/>
                    <a:pt x="1123" y="869"/>
                    <a:pt x="1094" y="888"/>
                  </a:cubicBezTo>
                  <a:cubicBezTo>
                    <a:pt x="1079" y="886"/>
                    <a:pt x="1009" y="885"/>
                    <a:pt x="1040" y="846"/>
                  </a:cubicBezTo>
                  <a:cubicBezTo>
                    <a:pt x="1044" y="841"/>
                    <a:pt x="1052" y="842"/>
                    <a:pt x="1058" y="840"/>
                  </a:cubicBezTo>
                  <a:cubicBezTo>
                    <a:pt x="1069" y="786"/>
                    <a:pt x="1063" y="779"/>
                    <a:pt x="1010" y="768"/>
                  </a:cubicBezTo>
                  <a:cubicBezTo>
                    <a:pt x="1014" y="715"/>
                    <a:pt x="1001" y="633"/>
                    <a:pt x="1040" y="594"/>
                  </a:cubicBezTo>
                  <a:cubicBezTo>
                    <a:pt x="1058" y="523"/>
                    <a:pt x="1044" y="449"/>
                    <a:pt x="1058" y="378"/>
                  </a:cubicBezTo>
                  <a:cubicBezTo>
                    <a:pt x="1059" y="372"/>
                    <a:pt x="1070" y="374"/>
                    <a:pt x="1076" y="372"/>
                  </a:cubicBezTo>
                  <a:cubicBezTo>
                    <a:pt x="1091" y="349"/>
                    <a:pt x="1108" y="272"/>
                    <a:pt x="1088" y="252"/>
                  </a:cubicBezTo>
                  <a:cubicBezTo>
                    <a:pt x="1075" y="239"/>
                    <a:pt x="1040" y="228"/>
                    <a:pt x="1040" y="228"/>
                  </a:cubicBezTo>
                  <a:cubicBezTo>
                    <a:pt x="1029" y="195"/>
                    <a:pt x="1035" y="225"/>
                    <a:pt x="1040" y="186"/>
                  </a:cubicBezTo>
                  <a:cubicBezTo>
                    <a:pt x="1050" y="98"/>
                    <a:pt x="1023" y="123"/>
                    <a:pt x="1064" y="96"/>
                  </a:cubicBezTo>
                  <a:cubicBezTo>
                    <a:pt x="1057" y="67"/>
                    <a:pt x="1050" y="63"/>
                    <a:pt x="1022" y="54"/>
                  </a:cubicBezTo>
                  <a:cubicBezTo>
                    <a:pt x="1001" y="23"/>
                    <a:pt x="1007" y="13"/>
                    <a:pt x="968" y="0"/>
                  </a:cubicBezTo>
                  <a:cubicBezTo>
                    <a:pt x="954" y="22"/>
                    <a:pt x="910" y="51"/>
                    <a:pt x="884" y="60"/>
                  </a:cubicBezTo>
                  <a:cubicBezTo>
                    <a:pt x="841" y="54"/>
                    <a:pt x="810" y="43"/>
                    <a:pt x="770" y="30"/>
                  </a:cubicBezTo>
                  <a:cubicBezTo>
                    <a:pt x="756" y="32"/>
                    <a:pt x="740" y="28"/>
                    <a:pt x="728" y="36"/>
                  </a:cubicBezTo>
                  <a:cubicBezTo>
                    <a:pt x="710" y="47"/>
                    <a:pt x="704" y="72"/>
                    <a:pt x="686" y="84"/>
                  </a:cubicBezTo>
                  <a:cubicBezTo>
                    <a:pt x="680" y="82"/>
                    <a:pt x="672" y="82"/>
                    <a:pt x="668" y="78"/>
                  </a:cubicBezTo>
                  <a:cubicBezTo>
                    <a:pt x="664" y="74"/>
                    <a:pt x="667" y="64"/>
                    <a:pt x="662" y="60"/>
                  </a:cubicBezTo>
                  <a:cubicBezTo>
                    <a:pt x="652" y="53"/>
                    <a:pt x="626" y="48"/>
                    <a:pt x="626" y="48"/>
                  </a:cubicBezTo>
                  <a:cubicBezTo>
                    <a:pt x="614" y="52"/>
                    <a:pt x="598" y="55"/>
                    <a:pt x="590" y="66"/>
                  </a:cubicBezTo>
                  <a:cubicBezTo>
                    <a:pt x="571" y="90"/>
                    <a:pt x="600" y="80"/>
                    <a:pt x="572" y="102"/>
                  </a:cubicBezTo>
                  <a:cubicBezTo>
                    <a:pt x="552" y="118"/>
                    <a:pt x="517" y="116"/>
                    <a:pt x="494" y="108"/>
                  </a:cubicBezTo>
                  <a:close/>
                </a:path>
              </a:pathLst>
            </a:custGeom>
            <a:gradFill rotWithShape="0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5" name="Freeform 72"/>
            <p:cNvSpPr>
              <a:spLocks/>
            </p:cNvSpPr>
            <p:nvPr/>
          </p:nvSpPr>
          <p:spPr bwMode="auto">
            <a:xfrm>
              <a:off x="6065838" y="1074738"/>
              <a:ext cx="2111375" cy="1717675"/>
            </a:xfrm>
            <a:custGeom>
              <a:avLst/>
              <a:gdLst>
                <a:gd name="T0" fmla="*/ 2147483647 w 1494"/>
                <a:gd name="T1" fmla="*/ 2147483647 h 1215"/>
                <a:gd name="T2" fmla="*/ 2147483647 w 1494"/>
                <a:gd name="T3" fmla="*/ 2147483647 h 1215"/>
                <a:gd name="T4" fmla="*/ 2147483647 w 1494"/>
                <a:gd name="T5" fmla="*/ 2147483647 h 1215"/>
                <a:gd name="T6" fmla="*/ 2147483647 w 1494"/>
                <a:gd name="T7" fmla="*/ 2147483647 h 1215"/>
                <a:gd name="T8" fmla="*/ 2147483647 w 1494"/>
                <a:gd name="T9" fmla="*/ 2147483647 h 1215"/>
                <a:gd name="T10" fmla="*/ 2147483647 w 1494"/>
                <a:gd name="T11" fmla="*/ 2147483647 h 1215"/>
                <a:gd name="T12" fmla="*/ 2147483647 w 1494"/>
                <a:gd name="T13" fmla="*/ 2147483647 h 1215"/>
                <a:gd name="T14" fmla="*/ 2147483647 w 1494"/>
                <a:gd name="T15" fmla="*/ 2147483647 h 1215"/>
                <a:gd name="T16" fmla="*/ 2147483647 w 1494"/>
                <a:gd name="T17" fmla="*/ 2147483647 h 1215"/>
                <a:gd name="T18" fmla="*/ 2147483647 w 1494"/>
                <a:gd name="T19" fmla="*/ 2147483647 h 1215"/>
                <a:gd name="T20" fmla="*/ 2147483647 w 1494"/>
                <a:gd name="T21" fmla="*/ 2147483647 h 1215"/>
                <a:gd name="T22" fmla="*/ 2147483647 w 1494"/>
                <a:gd name="T23" fmla="*/ 2147483647 h 1215"/>
                <a:gd name="T24" fmla="*/ 2147483647 w 1494"/>
                <a:gd name="T25" fmla="*/ 2147483647 h 1215"/>
                <a:gd name="T26" fmla="*/ 2147483647 w 1494"/>
                <a:gd name="T27" fmla="*/ 2147483647 h 1215"/>
                <a:gd name="T28" fmla="*/ 2147483647 w 1494"/>
                <a:gd name="T29" fmla="*/ 2147483647 h 1215"/>
                <a:gd name="T30" fmla="*/ 2147483647 w 1494"/>
                <a:gd name="T31" fmla="*/ 2147483647 h 1215"/>
                <a:gd name="T32" fmla="*/ 2147483647 w 1494"/>
                <a:gd name="T33" fmla="*/ 2147483647 h 1215"/>
                <a:gd name="T34" fmla="*/ 2147483647 w 1494"/>
                <a:gd name="T35" fmla="*/ 2147483647 h 1215"/>
                <a:gd name="T36" fmla="*/ 2147483647 w 1494"/>
                <a:gd name="T37" fmla="*/ 2147483647 h 1215"/>
                <a:gd name="T38" fmla="*/ 2147483647 w 1494"/>
                <a:gd name="T39" fmla="*/ 2147483647 h 1215"/>
                <a:gd name="T40" fmla="*/ 2147483647 w 1494"/>
                <a:gd name="T41" fmla="*/ 2147483647 h 1215"/>
                <a:gd name="T42" fmla="*/ 2147483647 w 1494"/>
                <a:gd name="T43" fmla="*/ 2147483647 h 1215"/>
                <a:gd name="T44" fmla="*/ 2147483647 w 1494"/>
                <a:gd name="T45" fmla="*/ 2147483647 h 1215"/>
                <a:gd name="T46" fmla="*/ 2147483647 w 1494"/>
                <a:gd name="T47" fmla="*/ 2147483647 h 1215"/>
                <a:gd name="T48" fmla="*/ 2147483647 w 1494"/>
                <a:gd name="T49" fmla="*/ 2147483647 h 1215"/>
                <a:gd name="T50" fmla="*/ 2147483647 w 1494"/>
                <a:gd name="T51" fmla="*/ 2147483647 h 1215"/>
                <a:gd name="T52" fmla="*/ 2147483647 w 1494"/>
                <a:gd name="T53" fmla="*/ 2147483647 h 1215"/>
                <a:gd name="T54" fmla="*/ 2147483647 w 1494"/>
                <a:gd name="T55" fmla="*/ 2147483647 h 1215"/>
                <a:gd name="T56" fmla="*/ 2147483647 w 1494"/>
                <a:gd name="T57" fmla="*/ 2147483647 h 1215"/>
                <a:gd name="T58" fmla="*/ 2147483647 w 1494"/>
                <a:gd name="T59" fmla="*/ 2147483647 h 1215"/>
                <a:gd name="T60" fmla="*/ 2147483647 w 1494"/>
                <a:gd name="T61" fmla="*/ 2147483647 h 1215"/>
                <a:gd name="T62" fmla="*/ 2147483647 w 1494"/>
                <a:gd name="T63" fmla="*/ 2147483647 h 1215"/>
                <a:gd name="T64" fmla="*/ 2147483647 w 1494"/>
                <a:gd name="T65" fmla="*/ 2147483647 h 1215"/>
                <a:gd name="T66" fmla="*/ 2147483647 w 1494"/>
                <a:gd name="T67" fmla="*/ 2147483647 h 1215"/>
                <a:gd name="T68" fmla="*/ 2147483647 w 1494"/>
                <a:gd name="T69" fmla="*/ 2147483647 h 1215"/>
                <a:gd name="T70" fmla="*/ 2147483647 w 1494"/>
                <a:gd name="T71" fmla="*/ 2147483647 h 1215"/>
                <a:gd name="T72" fmla="*/ 0 w 1494"/>
                <a:gd name="T73" fmla="*/ 2147483647 h 121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494"/>
                <a:gd name="T112" fmla="*/ 0 h 1215"/>
                <a:gd name="T113" fmla="*/ 1494 w 1494"/>
                <a:gd name="T114" fmla="*/ 1215 h 121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494" h="1215">
                  <a:moveTo>
                    <a:pt x="0" y="261"/>
                  </a:moveTo>
                  <a:cubicBezTo>
                    <a:pt x="21" y="229"/>
                    <a:pt x="54" y="227"/>
                    <a:pt x="84" y="207"/>
                  </a:cubicBezTo>
                  <a:cubicBezTo>
                    <a:pt x="103" y="178"/>
                    <a:pt x="89" y="191"/>
                    <a:pt x="132" y="177"/>
                  </a:cubicBezTo>
                  <a:cubicBezTo>
                    <a:pt x="138" y="175"/>
                    <a:pt x="150" y="171"/>
                    <a:pt x="150" y="171"/>
                  </a:cubicBezTo>
                  <a:cubicBezTo>
                    <a:pt x="184" y="182"/>
                    <a:pt x="166" y="206"/>
                    <a:pt x="204" y="219"/>
                  </a:cubicBezTo>
                  <a:cubicBezTo>
                    <a:pt x="216" y="217"/>
                    <a:pt x="229" y="218"/>
                    <a:pt x="240" y="213"/>
                  </a:cubicBezTo>
                  <a:cubicBezTo>
                    <a:pt x="266" y="200"/>
                    <a:pt x="237" y="178"/>
                    <a:pt x="276" y="165"/>
                  </a:cubicBezTo>
                  <a:cubicBezTo>
                    <a:pt x="302" y="167"/>
                    <a:pt x="331" y="159"/>
                    <a:pt x="354" y="171"/>
                  </a:cubicBezTo>
                  <a:cubicBezTo>
                    <a:pt x="365" y="176"/>
                    <a:pt x="352" y="198"/>
                    <a:pt x="360" y="207"/>
                  </a:cubicBezTo>
                  <a:cubicBezTo>
                    <a:pt x="367" y="215"/>
                    <a:pt x="380" y="211"/>
                    <a:pt x="390" y="213"/>
                  </a:cubicBezTo>
                  <a:cubicBezTo>
                    <a:pt x="486" y="211"/>
                    <a:pt x="647" y="275"/>
                    <a:pt x="678" y="183"/>
                  </a:cubicBezTo>
                  <a:cubicBezTo>
                    <a:pt x="674" y="177"/>
                    <a:pt x="672" y="170"/>
                    <a:pt x="666" y="165"/>
                  </a:cubicBezTo>
                  <a:cubicBezTo>
                    <a:pt x="661" y="161"/>
                    <a:pt x="651" y="165"/>
                    <a:pt x="648" y="159"/>
                  </a:cubicBezTo>
                  <a:cubicBezTo>
                    <a:pt x="641" y="145"/>
                    <a:pt x="666" y="133"/>
                    <a:pt x="672" y="129"/>
                  </a:cubicBezTo>
                  <a:cubicBezTo>
                    <a:pt x="660" y="125"/>
                    <a:pt x="648" y="121"/>
                    <a:pt x="636" y="117"/>
                  </a:cubicBezTo>
                  <a:cubicBezTo>
                    <a:pt x="630" y="115"/>
                    <a:pt x="637" y="103"/>
                    <a:pt x="642" y="99"/>
                  </a:cubicBezTo>
                  <a:cubicBezTo>
                    <a:pt x="658" y="86"/>
                    <a:pt x="682" y="90"/>
                    <a:pt x="702" y="87"/>
                  </a:cubicBezTo>
                  <a:cubicBezTo>
                    <a:pt x="712" y="89"/>
                    <a:pt x="725" y="86"/>
                    <a:pt x="732" y="93"/>
                  </a:cubicBezTo>
                  <a:cubicBezTo>
                    <a:pt x="739" y="100"/>
                    <a:pt x="733" y="114"/>
                    <a:pt x="738" y="123"/>
                  </a:cubicBezTo>
                  <a:cubicBezTo>
                    <a:pt x="742" y="129"/>
                    <a:pt x="750" y="131"/>
                    <a:pt x="756" y="135"/>
                  </a:cubicBezTo>
                  <a:cubicBezTo>
                    <a:pt x="783" y="128"/>
                    <a:pt x="787" y="119"/>
                    <a:pt x="798" y="93"/>
                  </a:cubicBezTo>
                  <a:cubicBezTo>
                    <a:pt x="803" y="81"/>
                    <a:pt x="810" y="57"/>
                    <a:pt x="810" y="57"/>
                  </a:cubicBezTo>
                  <a:cubicBezTo>
                    <a:pt x="802" y="24"/>
                    <a:pt x="787" y="22"/>
                    <a:pt x="816" y="3"/>
                  </a:cubicBezTo>
                  <a:cubicBezTo>
                    <a:pt x="834" y="6"/>
                    <a:pt x="859" y="0"/>
                    <a:pt x="870" y="15"/>
                  </a:cubicBezTo>
                  <a:cubicBezTo>
                    <a:pt x="893" y="48"/>
                    <a:pt x="881" y="74"/>
                    <a:pt x="912" y="105"/>
                  </a:cubicBezTo>
                  <a:cubicBezTo>
                    <a:pt x="921" y="132"/>
                    <a:pt x="920" y="162"/>
                    <a:pt x="930" y="189"/>
                  </a:cubicBezTo>
                  <a:cubicBezTo>
                    <a:pt x="936" y="204"/>
                    <a:pt x="955" y="208"/>
                    <a:pt x="966" y="219"/>
                  </a:cubicBezTo>
                  <a:cubicBezTo>
                    <a:pt x="974" y="244"/>
                    <a:pt x="973" y="273"/>
                    <a:pt x="984" y="297"/>
                  </a:cubicBezTo>
                  <a:cubicBezTo>
                    <a:pt x="987" y="304"/>
                    <a:pt x="996" y="305"/>
                    <a:pt x="1002" y="309"/>
                  </a:cubicBezTo>
                  <a:cubicBezTo>
                    <a:pt x="1024" y="342"/>
                    <a:pt x="1020" y="375"/>
                    <a:pt x="1056" y="399"/>
                  </a:cubicBezTo>
                  <a:cubicBezTo>
                    <a:pt x="1082" y="438"/>
                    <a:pt x="1100" y="486"/>
                    <a:pt x="1140" y="513"/>
                  </a:cubicBezTo>
                  <a:cubicBezTo>
                    <a:pt x="1144" y="519"/>
                    <a:pt x="1147" y="526"/>
                    <a:pt x="1152" y="531"/>
                  </a:cubicBezTo>
                  <a:cubicBezTo>
                    <a:pt x="1163" y="540"/>
                    <a:pt x="1188" y="555"/>
                    <a:pt x="1188" y="555"/>
                  </a:cubicBezTo>
                  <a:cubicBezTo>
                    <a:pt x="1201" y="593"/>
                    <a:pt x="1201" y="619"/>
                    <a:pt x="1242" y="633"/>
                  </a:cubicBezTo>
                  <a:cubicBezTo>
                    <a:pt x="1258" y="657"/>
                    <a:pt x="1267" y="680"/>
                    <a:pt x="1284" y="705"/>
                  </a:cubicBezTo>
                  <a:cubicBezTo>
                    <a:pt x="1291" y="716"/>
                    <a:pt x="1298" y="750"/>
                    <a:pt x="1302" y="765"/>
                  </a:cubicBezTo>
                  <a:cubicBezTo>
                    <a:pt x="1312" y="798"/>
                    <a:pt x="1332" y="831"/>
                    <a:pt x="1356" y="855"/>
                  </a:cubicBezTo>
                  <a:cubicBezTo>
                    <a:pt x="1376" y="915"/>
                    <a:pt x="1343" y="824"/>
                    <a:pt x="1380" y="891"/>
                  </a:cubicBezTo>
                  <a:cubicBezTo>
                    <a:pt x="1405" y="937"/>
                    <a:pt x="1374" y="921"/>
                    <a:pt x="1410" y="933"/>
                  </a:cubicBezTo>
                  <a:cubicBezTo>
                    <a:pt x="1450" y="973"/>
                    <a:pt x="1442" y="1037"/>
                    <a:pt x="1482" y="1077"/>
                  </a:cubicBezTo>
                  <a:cubicBezTo>
                    <a:pt x="1494" y="1112"/>
                    <a:pt x="1464" y="1109"/>
                    <a:pt x="1434" y="1119"/>
                  </a:cubicBezTo>
                  <a:cubicBezTo>
                    <a:pt x="1422" y="1123"/>
                    <a:pt x="1398" y="1131"/>
                    <a:pt x="1398" y="1131"/>
                  </a:cubicBezTo>
                  <a:cubicBezTo>
                    <a:pt x="1384" y="1153"/>
                    <a:pt x="1371" y="1153"/>
                    <a:pt x="1350" y="1167"/>
                  </a:cubicBezTo>
                  <a:cubicBezTo>
                    <a:pt x="1309" y="1162"/>
                    <a:pt x="1296" y="1152"/>
                    <a:pt x="1260" y="1143"/>
                  </a:cubicBezTo>
                  <a:cubicBezTo>
                    <a:pt x="1240" y="1145"/>
                    <a:pt x="1219" y="1143"/>
                    <a:pt x="1200" y="1149"/>
                  </a:cubicBezTo>
                  <a:cubicBezTo>
                    <a:pt x="1186" y="1153"/>
                    <a:pt x="1178" y="1168"/>
                    <a:pt x="1164" y="1173"/>
                  </a:cubicBezTo>
                  <a:cubicBezTo>
                    <a:pt x="1160" y="1179"/>
                    <a:pt x="1159" y="1188"/>
                    <a:pt x="1152" y="1191"/>
                  </a:cubicBezTo>
                  <a:cubicBezTo>
                    <a:pt x="1127" y="1201"/>
                    <a:pt x="1127" y="1151"/>
                    <a:pt x="1122" y="1149"/>
                  </a:cubicBezTo>
                  <a:cubicBezTo>
                    <a:pt x="1116" y="1147"/>
                    <a:pt x="1110" y="1145"/>
                    <a:pt x="1104" y="1143"/>
                  </a:cubicBezTo>
                  <a:cubicBezTo>
                    <a:pt x="1018" y="1172"/>
                    <a:pt x="1122" y="1131"/>
                    <a:pt x="1032" y="1191"/>
                  </a:cubicBezTo>
                  <a:cubicBezTo>
                    <a:pt x="1020" y="1199"/>
                    <a:pt x="996" y="1215"/>
                    <a:pt x="996" y="1215"/>
                  </a:cubicBezTo>
                  <a:cubicBezTo>
                    <a:pt x="953" y="1201"/>
                    <a:pt x="967" y="1214"/>
                    <a:pt x="948" y="1185"/>
                  </a:cubicBezTo>
                  <a:cubicBezTo>
                    <a:pt x="938" y="1126"/>
                    <a:pt x="933" y="1142"/>
                    <a:pt x="870" y="1149"/>
                  </a:cubicBezTo>
                  <a:cubicBezTo>
                    <a:pt x="816" y="1167"/>
                    <a:pt x="837" y="1134"/>
                    <a:pt x="816" y="1113"/>
                  </a:cubicBezTo>
                  <a:cubicBezTo>
                    <a:pt x="803" y="1100"/>
                    <a:pt x="780" y="1104"/>
                    <a:pt x="762" y="1101"/>
                  </a:cubicBezTo>
                  <a:cubicBezTo>
                    <a:pt x="740" y="1034"/>
                    <a:pt x="780" y="1044"/>
                    <a:pt x="690" y="1053"/>
                  </a:cubicBezTo>
                  <a:cubicBezTo>
                    <a:pt x="700" y="1105"/>
                    <a:pt x="699" y="1102"/>
                    <a:pt x="642" y="1095"/>
                  </a:cubicBezTo>
                  <a:cubicBezTo>
                    <a:pt x="623" y="1066"/>
                    <a:pt x="637" y="1079"/>
                    <a:pt x="594" y="1065"/>
                  </a:cubicBezTo>
                  <a:cubicBezTo>
                    <a:pt x="588" y="1063"/>
                    <a:pt x="576" y="1059"/>
                    <a:pt x="576" y="1059"/>
                  </a:cubicBezTo>
                  <a:cubicBezTo>
                    <a:pt x="559" y="1085"/>
                    <a:pt x="560" y="1113"/>
                    <a:pt x="534" y="1131"/>
                  </a:cubicBezTo>
                  <a:cubicBezTo>
                    <a:pt x="503" y="1126"/>
                    <a:pt x="487" y="1124"/>
                    <a:pt x="462" y="1107"/>
                  </a:cubicBezTo>
                  <a:cubicBezTo>
                    <a:pt x="446" y="1109"/>
                    <a:pt x="430" y="1113"/>
                    <a:pt x="414" y="1113"/>
                  </a:cubicBezTo>
                  <a:cubicBezTo>
                    <a:pt x="345" y="1113"/>
                    <a:pt x="415" y="1037"/>
                    <a:pt x="426" y="1005"/>
                  </a:cubicBezTo>
                  <a:cubicBezTo>
                    <a:pt x="430" y="945"/>
                    <a:pt x="438" y="895"/>
                    <a:pt x="444" y="837"/>
                  </a:cubicBezTo>
                  <a:cubicBezTo>
                    <a:pt x="432" y="768"/>
                    <a:pt x="405" y="771"/>
                    <a:pt x="336" y="765"/>
                  </a:cubicBezTo>
                  <a:cubicBezTo>
                    <a:pt x="279" y="727"/>
                    <a:pt x="277" y="666"/>
                    <a:pt x="264" y="603"/>
                  </a:cubicBezTo>
                  <a:cubicBezTo>
                    <a:pt x="270" y="563"/>
                    <a:pt x="267" y="552"/>
                    <a:pt x="294" y="525"/>
                  </a:cubicBezTo>
                  <a:cubicBezTo>
                    <a:pt x="287" y="473"/>
                    <a:pt x="274" y="456"/>
                    <a:pt x="222" y="447"/>
                  </a:cubicBezTo>
                  <a:cubicBezTo>
                    <a:pt x="203" y="418"/>
                    <a:pt x="212" y="436"/>
                    <a:pt x="198" y="393"/>
                  </a:cubicBezTo>
                  <a:cubicBezTo>
                    <a:pt x="195" y="385"/>
                    <a:pt x="182" y="389"/>
                    <a:pt x="174" y="387"/>
                  </a:cubicBezTo>
                  <a:cubicBezTo>
                    <a:pt x="131" y="377"/>
                    <a:pt x="158" y="386"/>
                    <a:pt x="126" y="375"/>
                  </a:cubicBezTo>
                  <a:cubicBezTo>
                    <a:pt x="96" y="352"/>
                    <a:pt x="94" y="327"/>
                    <a:pt x="66" y="309"/>
                  </a:cubicBezTo>
                  <a:cubicBezTo>
                    <a:pt x="57" y="283"/>
                    <a:pt x="40" y="281"/>
                    <a:pt x="18" y="267"/>
                  </a:cubicBezTo>
                  <a:cubicBezTo>
                    <a:pt x="10" y="244"/>
                    <a:pt x="16" y="245"/>
                    <a:pt x="0" y="261"/>
                  </a:cubicBez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6" name="Freeform 73"/>
            <p:cNvSpPr>
              <a:spLocks/>
            </p:cNvSpPr>
            <p:nvPr/>
          </p:nvSpPr>
          <p:spPr bwMode="auto">
            <a:xfrm>
              <a:off x="5243513" y="1376363"/>
              <a:ext cx="1484312" cy="1576387"/>
            </a:xfrm>
            <a:custGeom>
              <a:avLst/>
              <a:gdLst>
                <a:gd name="T0" fmla="*/ 2147483647 w 1050"/>
                <a:gd name="T1" fmla="*/ 2147483647 h 1116"/>
                <a:gd name="T2" fmla="*/ 2147483647 w 1050"/>
                <a:gd name="T3" fmla="*/ 2147483647 h 1116"/>
                <a:gd name="T4" fmla="*/ 2147483647 w 1050"/>
                <a:gd name="T5" fmla="*/ 2147483647 h 1116"/>
                <a:gd name="T6" fmla="*/ 2147483647 w 1050"/>
                <a:gd name="T7" fmla="*/ 2147483647 h 1116"/>
                <a:gd name="T8" fmla="*/ 2147483647 w 1050"/>
                <a:gd name="T9" fmla="*/ 2147483647 h 1116"/>
                <a:gd name="T10" fmla="*/ 2147483647 w 1050"/>
                <a:gd name="T11" fmla="*/ 2147483647 h 1116"/>
                <a:gd name="T12" fmla="*/ 2147483647 w 1050"/>
                <a:gd name="T13" fmla="*/ 2147483647 h 1116"/>
                <a:gd name="T14" fmla="*/ 2147483647 w 1050"/>
                <a:gd name="T15" fmla="*/ 2147483647 h 1116"/>
                <a:gd name="T16" fmla="*/ 2147483647 w 1050"/>
                <a:gd name="T17" fmla="*/ 2147483647 h 1116"/>
                <a:gd name="T18" fmla="*/ 0 w 1050"/>
                <a:gd name="T19" fmla="*/ 2147483647 h 1116"/>
                <a:gd name="T20" fmla="*/ 2147483647 w 1050"/>
                <a:gd name="T21" fmla="*/ 2147483647 h 1116"/>
                <a:gd name="T22" fmla="*/ 2147483647 w 1050"/>
                <a:gd name="T23" fmla="*/ 2147483647 h 1116"/>
                <a:gd name="T24" fmla="*/ 2147483647 w 1050"/>
                <a:gd name="T25" fmla="*/ 2147483647 h 1116"/>
                <a:gd name="T26" fmla="*/ 2147483647 w 1050"/>
                <a:gd name="T27" fmla="*/ 2147483647 h 1116"/>
                <a:gd name="T28" fmla="*/ 2147483647 w 1050"/>
                <a:gd name="T29" fmla="*/ 2147483647 h 1116"/>
                <a:gd name="T30" fmla="*/ 2147483647 w 1050"/>
                <a:gd name="T31" fmla="*/ 2147483647 h 1116"/>
                <a:gd name="T32" fmla="*/ 2147483647 w 1050"/>
                <a:gd name="T33" fmla="*/ 2147483647 h 1116"/>
                <a:gd name="T34" fmla="*/ 2147483647 w 1050"/>
                <a:gd name="T35" fmla="*/ 2147483647 h 1116"/>
                <a:gd name="T36" fmla="*/ 2147483647 w 1050"/>
                <a:gd name="T37" fmla="*/ 2147483647 h 1116"/>
                <a:gd name="T38" fmla="*/ 2147483647 w 1050"/>
                <a:gd name="T39" fmla="*/ 2147483647 h 1116"/>
                <a:gd name="T40" fmla="*/ 2147483647 w 1050"/>
                <a:gd name="T41" fmla="*/ 2147483647 h 1116"/>
                <a:gd name="T42" fmla="*/ 2147483647 w 1050"/>
                <a:gd name="T43" fmla="*/ 2147483647 h 1116"/>
                <a:gd name="T44" fmla="*/ 2147483647 w 1050"/>
                <a:gd name="T45" fmla="*/ 2147483647 h 1116"/>
                <a:gd name="T46" fmla="*/ 2147483647 w 1050"/>
                <a:gd name="T47" fmla="*/ 2147483647 h 1116"/>
                <a:gd name="T48" fmla="*/ 2147483647 w 1050"/>
                <a:gd name="T49" fmla="*/ 2147483647 h 1116"/>
                <a:gd name="T50" fmla="*/ 2147483647 w 1050"/>
                <a:gd name="T51" fmla="*/ 2147483647 h 1116"/>
                <a:gd name="T52" fmla="*/ 2147483647 w 1050"/>
                <a:gd name="T53" fmla="*/ 2147483647 h 1116"/>
                <a:gd name="T54" fmla="*/ 2147483647 w 1050"/>
                <a:gd name="T55" fmla="*/ 2147483647 h 1116"/>
                <a:gd name="T56" fmla="*/ 2147483647 w 1050"/>
                <a:gd name="T57" fmla="*/ 2147483647 h 1116"/>
                <a:gd name="T58" fmla="*/ 2147483647 w 1050"/>
                <a:gd name="T59" fmla="*/ 2147483647 h 1116"/>
                <a:gd name="T60" fmla="*/ 2147483647 w 1050"/>
                <a:gd name="T61" fmla="*/ 2147483647 h 1116"/>
                <a:gd name="T62" fmla="*/ 2147483647 w 1050"/>
                <a:gd name="T63" fmla="*/ 2147483647 h 1116"/>
                <a:gd name="T64" fmla="*/ 2147483647 w 1050"/>
                <a:gd name="T65" fmla="*/ 2147483647 h 1116"/>
                <a:gd name="T66" fmla="*/ 2147483647 w 1050"/>
                <a:gd name="T67" fmla="*/ 2147483647 h 1116"/>
                <a:gd name="T68" fmla="*/ 2147483647 w 1050"/>
                <a:gd name="T69" fmla="*/ 2147483647 h 1116"/>
                <a:gd name="T70" fmla="*/ 2147483647 w 1050"/>
                <a:gd name="T71" fmla="*/ 2147483647 h 1116"/>
                <a:gd name="T72" fmla="*/ 2147483647 w 1050"/>
                <a:gd name="T73" fmla="*/ 2147483647 h 1116"/>
                <a:gd name="T74" fmla="*/ 2147483647 w 1050"/>
                <a:gd name="T75" fmla="*/ 2147483647 h 1116"/>
                <a:gd name="T76" fmla="*/ 2147483647 w 1050"/>
                <a:gd name="T77" fmla="*/ 2147483647 h 1116"/>
                <a:gd name="T78" fmla="*/ 2147483647 w 1050"/>
                <a:gd name="T79" fmla="*/ 2147483647 h 1116"/>
                <a:gd name="T80" fmla="*/ 2147483647 w 1050"/>
                <a:gd name="T81" fmla="*/ 2147483647 h 1116"/>
                <a:gd name="T82" fmla="*/ 2147483647 w 1050"/>
                <a:gd name="T83" fmla="*/ 2147483647 h 1116"/>
                <a:gd name="T84" fmla="*/ 2147483647 w 1050"/>
                <a:gd name="T85" fmla="*/ 0 h 1116"/>
                <a:gd name="T86" fmla="*/ 2147483647 w 1050"/>
                <a:gd name="T87" fmla="*/ 2147483647 h 1116"/>
                <a:gd name="T88" fmla="*/ 2147483647 w 1050"/>
                <a:gd name="T89" fmla="*/ 2147483647 h 1116"/>
                <a:gd name="T90" fmla="*/ 2147483647 w 1050"/>
                <a:gd name="T91" fmla="*/ 2147483647 h 1116"/>
                <a:gd name="T92" fmla="*/ 2147483647 w 1050"/>
                <a:gd name="T93" fmla="*/ 2147483647 h 1116"/>
                <a:gd name="T94" fmla="*/ 2147483647 w 1050"/>
                <a:gd name="T95" fmla="*/ 2147483647 h 1116"/>
                <a:gd name="T96" fmla="*/ 2147483647 w 1050"/>
                <a:gd name="T97" fmla="*/ 2147483647 h 1116"/>
                <a:gd name="T98" fmla="*/ 2147483647 w 1050"/>
                <a:gd name="T99" fmla="*/ 2147483647 h 1116"/>
                <a:gd name="T100" fmla="*/ 2147483647 w 1050"/>
                <a:gd name="T101" fmla="*/ 2147483647 h 1116"/>
                <a:gd name="T102" fmla="*/ 2147483647 w 1050"/>
                <a:gd name="T103" fmla="*/ 2147483647 h 1116"/>
                <a:gd name="T104" fmla="*/ 2147483647 w 1050"/>
                <a:gd name="T105" fmla="*/ 2147483647 h 1116"/>
                <a:gd name="T106" fmla="*/ 2147483647 w 1050"/>
                <a:gd name="T107" fmla="*/ 2147483647 h 1116"/>
                <a:gd name="T108" fmla="*/ 2147483647 w 1050"/>
                <a:gd name="T109" fmla="*/ 2147483647 h 1116"/>
                <a:gd name="T110" fmla="*/ 2147483647 w 1050"/>
                <a:gd name="T111" fmla="*/ 2147483647 h 11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050"/>
                <a:gd name="T169" fmla="*/ 0 h 1116"/>
                <a:gd name="T170" fmla="*/ 1050 w 1050"/>
                <a:gd name="T171" fmla="*/ 1116 h 11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050" h="1116">
                  <a:moveTo>
                    <a:pt x="294" y="414"/>
                  </a:moveTo>
                  <a:cubicBezTo>
                    <a:pt x="272" y="412"/>
                    <a:pt x="249" y="414"/>
                    <a:pt x="228" y="408"/>
                  </a:cubicBezTo>
                  <a:cubicBezTo>
                    <a:pt x="204" y="401"/>
                    <a:pt x="219" y="359"/>
                    <a:pt x="210" y="336"/>
                  </a:cubicBezTo>
                  <a:cubicBezTo>
                    <a:pt x="204" y="322"/>
                    <a:pt x="182" y="325"/>
                    <a:pt x="168" y="318"/>
                  </a:cubicBezTo>
                  <a:cubicBezTo>
                    <a:pt x="134" y="327"/>
                    <a:pt x="144" y="338"/>
                    <a:pt x="114" y="348"/>
                  </a:cubicBezTo>
                  <a:cubicBezTo>
                    <a:pt x="92" y="370"/>
                    <a:pt x="96" y="388"/>
                    <a:pt x="66" y="378"/>
                  </a:cubicBezTo>
                  <a:cubicBezTo>
                    <a:pt x="62" y="390"/>
                    <a:pt x="58" y="402"/>
                    <a:pt x="54" y="414"/>
                  </a:cubicBezTo>
                  <a:cubicBezTo>
                    <a:pt x="50" y="426"/>
                    <a:pt x="54" y="439"/>
                    <a:pt x="48" y="450"/>
                  </a:cubicBezTo>
                  <a:cubicBezTo>
                    <a:pt x="41" y="463"/>
                    <a:pt x="20" y="458"/>
                    <a:pt x="6" y="462"/>
                  </a:cubicBezTo>
                  <a:cubicBezTo>
                    <a:pt x="4" y="468"/>
                    <a:pt x="0" y="474"/>
                    <a:pt x="0" y="480"/>
                  </a:cubicBezTo>
                  <a:cubicBezTo>
                    <a:pt x="0" y="584"/>
                    <a:pt x="6" y="569"/>
                    <a:pt x="102" y="576"/>
                  </a:cubicBezTo>
                  <a:cubicBezTo>
                    <a:pt x="112" y="605"/>
                    <a:pt x="110" y="645"/>
                    <a:pt x="126" y="672"/>
                  </a:cubicBezTo>
                  <a:cubicBezTo>
                    <a:pt x="136" y="690"/>
                    <a:pt x="180" y="702"/>
                    <a:pt x="180" y="702"/>
                  </a:cubicBezTo>
                  <a:cubicBezTo>
                    <a:pt x="182" y="690"/>
                    <a:pt x="177" y="675"/>
                    <a:pt x="186" y="666"/>
                  </a:cubicBezTo>
                  <a:cubicBezTo>
                    <a:pt x="192" y="660"/>
                    <a:pt x="202" y="671"/>
                    <a:pt x="210" y="672"/>
                  </a:cubicBezTo>
                  <a:cubicBezTo>
                    <a:pt x="238" y="675"/>
                    <a:pt x="266" y="676"/>
                    <a:pt x="294" y="678"/>
                  </a:cubicBezTo>
                  <a:cubicBezTo>
                    <a:pt x="306" y="696"/>
                    <a:pt x="312" y="714"/>
                    <a:pt x="324" y="732"/>
                  </a:cubicBezTo>
                  <a:cubicBezTo>
                    <a:pt x="319" y="769"/>
                    <a:pt x="325" y="795"/>
                    <a:pt x="294" y="816"/>
                  </a:cubicBezTo>
                  <a:cubicBezTo>
                    <a:pt x="287" y="837"/>
                    <a:pt x="284" y="893"/>
                    <a:pt x="300" y="906"/>
                  </a:cubicBezTo>
                  <a:cubicBezTo>
                    <a:pt x="306" y="911"/>
                    <a:pt x="316" y="910"/>
                    <a:pt x="324" y="912"/>
                  </a:cubicBezTo>
                  <a:cubicBezTo>
                    <a:pt x="331" y="932"/>
                    <a:pt x="342" y="1017"/>
                    <a:pt x="354" y="1032"/>
                  </a:cubicBezTo>
                  <a:cubicBezTo>
                    <a:pt x="367" y="1048"/>
                    <a:pt x="396" y="1052"/>
                    <a:pt x="414" y="1056"/>
                  </a:cubicBezTo>
                  <a:cubicBezTo>
                    <a:pt x="444" y="1076"/>
                    <a:pt x="465" y="1105"/>
                    <a:pt x="498" y="1116"/>
                  </a:cubicBezTo>
                  <a:cubicBezTo>
                    <a:pt x="514" y="1114"/>
                    <a:pt x="531" y="1116"/>
                    <a:pt x="546" y="1110"/>
                  </a:cubicBezTo>
                  <a:cubicBezTo>
                    <a:pt x="570" y="1100"/>
                    <a:pt x="549" y="1063"/>
                    <a:pt x="588" y="1050"/>
                  </a:cubicBezTo>
                  <a:cubicBezTo>
                    <a:pt x="616" y="1052"/>
                    <a:pt x="644" y="1051"/>
                    <a:pt x="672" y="1056"/>
                  </a:cubicBezTo>
                  <a:cubicBezTo>
                    <a:pt x="679" y="1057"/>
                    <a:pt x="683" y="1065"/>
                    <a:pt x="690" y="1068"/>
                  </a:cubicBezTo>
                  <a:cubicBezTo>
                    <a:pt x="702" y="1073"/>
                    <a:pt x="726" y="1080"/>
                    <a:pt x="726" y="1080"/>
                  </a:cubicBezTo>
                  <a:cubicBezTo>
                    <a:pt x="810" y="1066"/>
                    <a:pt x="860" y="1019"/>
                    <a:pt x="924" y="966"/>
                  </a:cubicBezTo>
                  <a:cubicBezTo>
                    <a:pt x="943" y="951"/>
                    <a:pt x="962" y="949"/>
                    <a:pt x="984" y="942"/>
                  </a:cubicBezTo>
                  <a:cubicBezTo>
                    <a:pt x="996" y="938"/>
                    <a:pt x="1020" y="930"/>
                    <a:pt x="1020" y="930"/>
                  </a:cubicBezTo>
                  <a:cubicBezTo>
                    <a:pt x="1011" y="903"/>
                    <a:pt x="1017" y="879"/>
                    <a:pt x="1026" y="852"/>
                  </a:cubicBezTo>
                  <a:cubicBezTo>
                    <a:pt x="1030" y="783"/>
                    <a:pt x="1033" y="715"/>
                    <a:pt x="1050" y="648"/>
                  </a:cubicBezTo>
                  <a:cubicBezTo>
                    <a:pt x="1047" y="623"/>
                    <a:pt x="1040" y="560"/>
                    <a:pt x="1008" y="546"/>
                  </a:cubicBezTo>
                  <a:cubicBezTo>
                    <a:pt x="997" y="541"/>
                    <a:pt x="984" y="543"/>
                    <a:pt x="972" y="540"/>
                  </a:cubicBezTo>
                  <a:cubicBezTo>
                    <a:pt x="943" y="533"/>
                    <a:pt x="927" y="519"/>
                    <a:pt x="900" y="510"/>
                  </a:cubicBezTo>
                  <a:cubicBezTo>
                    <a:pt x="878" y="478"/>
                    <a:pt x="882" y="444"/>
                    <a:pt x="870" y="408"/>
                  </a:cubicBezTo>
                  <a:cubicBezTo>
                    <a:pt x="877" y="388"/>
                    <a:pt x="887" y="374"/>
                    <a:pt x="894" y="354"/>
                  </a:cubicBezTo>
                  <a:cubicBezTo>
                    <a:pt x="890" y="299"/>
                    <a:pt x="896" y="278"/>
                    <a:pt x="876" y="234"/>
                  </a:cubicBezTo>
                  <a:cubicBezTo>
                    <a:pt x="868" y="217"/>
                    <a:pt x="828" y="204"/>
                    <a:pt x="828" y="204"/>
                  </a:cubicBezTo>
                  <a:cubicBezTo>
                    <a:pt x="804" y="132"/>
                    <a:pt x="762" y="136"/>
                    <a:pt x="696" y="114"/>
                  </a:cubicBezTo>
                  <a:cubicBezTo>
                    <a:pt x="674" y="92"/>
                    <a:pt x="662" y="66"/>
                    <a:pt x="642" y="42"/>
                  </a:cubicBezTo>
                  <a:cubicBezTo>
                    <a:pt x="627" y="24"/>
                    <a:pt x="588" y="0"/>
                    <a:pt x="588" y="0"/>
                  </a:cubicBezTo>
                  <a:cubicBezTo>
                    <a:pt x="572" y="2"/>
                    <a:pt x="555" y="0"/>
                    <a:pt x="540" y="6"/>
                  </a:cubicBezTo>
                  <a:cubicBezTo>
                    <a:pt x="528" y="11"/>
                    <a:pt x="535" y="38"/>
                    <a:pt x="522" y="42"/>
                  </a:cubicBezTo>
                  <a:cubicBezTo>
                    <a:pt x="501" y="49"/>
                    <a:pt x="478" y="46"/>
                    <a:pt x="456" y="48"/>
                  </a:cubicBezTo>
                  <a:cubicBezTo>
                    <a:pt x="443" y="67"/>
                    <a:pt x="432" y="114"/>
                    <a:pt x="432" y="114"/>
                  </a:cubicBezTo>
                  <a:cubicBezTo>
                    <a:pt x="420" y="112"/>
                    <a:pt x="408" y="110"/>
                    <a:pt x="396" y="108"/>
                  </a:cubicBezTo>
                  <a:cubicBezTo>
                    <a:pt x="386" y="106"/>
                    <a:pt x="372" y="94"/>
                    <a:pt x="366" y="102"/>
                  </a:cubicBezTo>
                  <a:cubicBezTo>
                    <a:pt x="358" y="111"/>
                    <a:pt x="364" y="129"/>
                    <a:pt x="372" y="138"/>
                  </a:cubicBezTo>
                  <a:cubicBezTo>
                    <a:pt x="379" y="146"/>
                    <a:pt x="392" y="141"/>
                    <a:pt x="402" y="144"/>
                  </a:cubicBezTo>
                  <a:cubicBezTo>
                    <a:pt x="414" y="147"/>
                    <a:pt x="438" y="156"/>
                    <a:pt x="438" y="156"/>
                  </a:cubicBezTo>
                  <a:cubicBezTo>
                    <a:pt x="436" y="170"/>
                    <a:pt x="435" y="184"/>
                    <a:pt x="432" y="198"/>
                  </a:cubicBezTo>
                  <a:cubicBezTo>
                    <a:pt x="419" y="255"/>
                    <a:pt x="400" y="257"/>
                    <a:pt x="342" y="264"/>
                  </a:cubicBezTo>
                  <a:cubicBezTo>
                    <a:pt x="347" y="319"/>
                    <a:pt x="360" y="363"/>
                    <a:pt x="306" y="390"/>
                  </a:cubicBezTo>
                  <a:cubicBezTo>
                    <a:pt x="293" y="410"/>
                    <a:pt x="294" y="401"/>
                    <a:pt x="294" y="414"/>
                  </a:cubicBezTo>
                  <a:close/>
                </a:path>
              </a:pathLst>
            </a:custGeom>
            <a:gradFill rotWithShape="0">
              <a:gsLst>
                <a:gs pos="0">
                  <a:srgbClr val="C68DFF"/>
                </a:gs>
                <a:gs pos="100000">
                  <a:srgbClr val="5C4176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7" name="Freeform 74"/>
            <p:cNvSpPr>
              <a:spLocks/>
            </p:cNvSpPr>
            <p:nvPr/>
          </p:nvSpPr>
          <p:spPr bwMode="auto">
            <a:xfrm>
              <a:off x="6227763" y="2536825"/>
              <a:ext cx="1249362" cy="1408113"/>
            </a:xfrm>
            <a:custGeom>
              <a:avLst/>
              <a:gdLst>
                <a:gd name="T0" fmla="*/ 2147483647 w 884"/>
                <a:gd name="T1" fmla="*/ 2147483647 h 997"/>
                <a:gd name="T2" fmla="*/ 2147483647 w 884"/>
                <a:gd name="T3" fmla="*/ 2147483647 h 997"/>
                <a:gd name="T4" fmla="*/ 2147483647 w 884"/>
                <a:gd name="T5" fmla="*/ 2147483647 h 997"/>
                <a:gd name="T6" fmla="*/ 0 w 884"/>
                <a:gd name="T7" fmla="*/ 2147483647 h 997"/>
                <a:gd name="T8" fmla="*/ 2147483647 w 884"/>
                <a:gd name="T9" fmla="*/ 2147483647 h 997"/>
                <a:gd name="T10" fmla="*/ 2147483647 w 884"/>
                <a:gd name="T11" fmla="*/ 2147483647 h 997"/>
                <a:gd name="T12" fmla="*/ 2147483647 w 884"/>
                <a:gd name="T13" fmla="*/ 2147483647 h 997"/>
                <a:gd name="T14" fmla="*/ 2147483647 w 884"/>
                <a:gd name="T15" fmla="*/ 2147483647 h 997"/>
                <a:gd name="T16" fmla="*/ 2147483647 w 884"/>
                <a:gd name="T17" fmla="*/ 2147483647 h 997"/>
                <a:gd name="T18" fmla="*/ 2147483647 w 884"/>
                <a:gd name="T19" fmla="*/ 2147483647 h 997"/>
                <a:gd name="T20" fmla="*/ 2147483647 w 884"/>
                <a:gd name="T21" fmla="*/ 2147483647 h 997"/>
                <a:gd name="T22" fmla="*/ 2147483647 w 884"/>
                <a:gd name="T23" fmla="*/ 2147483647 h 997"/>
                <a:gd name="T24" fmla="*/ 2147483647 w 884"/>
                <a:gd name="T25" fmla="*/ 2147483647 h 997"/>
                <a:gd name="T26" fmla="*/ 2147483647 w 884"/>
                <a:gd name="T27" fmla="*/ 2147483647 h 997"/>
                <a:gd name="T28" fmla="*/ 2147483647 w 884"/>
                <a:gd name="T29" fmla="*/ 2147483647 h 997"/>
                <a:gd name="T30" fmla="*/ 2147483647 w 884"/>
                <a:gd name="T31" fmla="*/ 2147483647 h 997"/>
                <a:gd name="T32" fmla="*/ 2147483647 w 884"/>
                <a:gd name="T33" fmla="*/ 2147483647 h 997"/>
                <a:gd name="T34" fmla="*/ 2147483647 w 884"/>
                <a:gd name="T35" fmla="*/ 2147483647 h 997"/>
                <a:gd name="T36" fmla="*/ 2147483647 w 884"/>
                <a:gd name="T37" fmla="*/ 2147483647 h 997"/>
                <a:gd name="T38" fmla="*/ 2147483647 w 884"/>
                <a:gd name="T39" fmla="*/ 2147483647 h 997"/>
                <a:gd name="T40" fmla="*/ 2147483647 w 884"/>
                <a:gd name="T41" fmla="*/ 2147483647 h 997"/>
                <a:gd name="T42" fmla="*/ 2147483647 w 884"/>
                <a:gd name="T43" fmla="*/ 2147483647 h 997"/>
                <a:gd name="T44" fmla="*/ 2147483647 w 884"/>
                <a:gd name="T45" fmla="*/ 2147483647 h 997"/>
                <a:gd name="T46" fmla="*/ 2147483647 w 884"/>
                <a:gd name="T47" fmla="*/ 2147483647 h 997"/>
                <a:gd name="T48" fmla="*/ 2147483647 w 884"/>
                <a:gd name="T49" fmla="*/ 2147483647 h 997"/>
                <a:gd name="T50" fmla="*/ 2147483647 w 884"/>
                <a:gd name="T51" fmla="*/ 2147483647 h 997"/>
                <a:gd name="T52" fmla="*/ 2147483647 w 884"/>
                <a:gd name="T53" fmla="*/ 2147483647 h 997"/>
                <a:gd name="T54" fmla="*/ 2147483647 w 884"/>
                <a:gd name="T55" fmla="*/ 2147483647 h 997"/>
                <a:gd name="T56" fmla="*/ 2147483647 w 884"/>
                <a:gd name="T57" fmla="*/ 2147483647 h 997"/>
                <a:gd name="T58" fmla="*/ 2147483647 w 884"/>
                <a:gd name="T59" fmla="*/ 2147483647 h 997"/>
                <a:gd name="T60" fmla="*/ 2147483647 w 884"/>
                <a:gd name="T61" fmla="*/ 2147483647 h 997"/>
                <a:gd name="T62" fmla="*/ 2147483647 w 884"/>
                <a:gd name="T63" fmla="*/ 2147483647 h 997"/>
                <a:gd name="T64" fmla="*/ 2147483647 w 884"/>
                <a:gd name="T65" fmla="*/ 2147483647 h 997"/>
                <a:gd name="T66" fmla="*/ 2147483647 w 884"/>
                <a:gd name="T67" fmla="*/ 2147483647 h 997"/>
                <a:gd name="T68" fmla="*/ 2147483647 w 884"/>
                <a:gd name="T69" fmla="*/ 2147483647 h 997"/>
                <a:gd name="T70" fmla="*/ 2147483647 w 884"/>
                <a:gd name="T71" fmla="*/ 2147483647 h 997"/>
                <a:gd name="T72" fmla="*/ 2147483647 w 884"/>
                <a:gd name="T73" fmla="*/ 2147483647 h 997"/>
                <a:gd name="T74" fmla="*/ 2147483647 w 884"/>
                <a:gd name="T75" fmla="*/ 2147483647 h 997"/>
                <a:gd name="T76" fmla="*/ 2147483647 w 884"/>
                <a:gd name="T77" fmla="*/ 2147483647 h 997"/>
                <a:gd name="T78" fmla="*/ 2147483647 w 884"/>
                <a:gd name="T79" fmla="*/ 2147483647 h 997"/>
                <a:gd name="T80" fmla="*/ 2147483647 w 884"/>
                <a:gd name="T81" fmla="*/ 2147483647 h 997"/>
                <a:gd name="T82" fmla="*/ 2147483647 w 884"/>
                <a:gd name="T83" fmla="*/ 2147483647 h 997"/>
                <a:gd name="T84" fmla="*/ 2147483647 w 884"/>
                <a:gd name="T85" fmla="*/ 2147483647 h 997"/>
                <a:gd name="T86" fmla="*/ 2147483647 w 884"/>
                <a:gd name="T87" fmla="*/ 2147483647 h 997"/>
                <a:gd name="T88" fmla="*/ 2147483647 w 884"/>
                <a:gd name="T89" fmla="*/ 2147483647 h 997"/>
                <a:gd name="T90" fmla="*/ 2147483647 w 884"/>
                <a:gd name="T91" fmla="*/ 2147483647 h 997"/>
                <a:gd name="T92" fmla="*/ 2147483647 w 884"/>
                <a:gd name="T93" fmla="*/ 2147483647 h 997"/>
                <a:gd name="T94" fmla="*/ 2147483647 w 884"/>
                <a:gd name="T95" fmla="*/ 2147483647 h 997"/>
                <a:gd name="T96" fmla="*/ 2147483647 w 884"/>
                <a:gd name="T97" fmla="*/ 2147483647 h 997"/>
                <a:gd name="T98" fmla="*/ 2147483647 w 884"/>
                <a:gd name="T99" fmla="*/ 2147483647 h 997"/>
                <a:gd name="T100" fmla="*/ 2147483647 w 884"/>
                <a:gd name="T101" fmla="*/ 2147483647 h 997"/>
                <a:gd name="T102" fmla="*/ 2147483647 w 884"/>
                <a:gd name="T103" fmla="*/ 2147483647 h 997"/>
                <a:gd name="T104" fmla="*/ 2147483647 w 884"/>
                <a:gd name="T105" fmla="*/ 2147483647 h 997"/>
                <a:gd name="T106" fmla="*/ 2147483647 w 884"/>
                <a:gd name="T107" fmla="*/ 2147483647 h 997"/>
                <a:gd name="T108" fmla="*/ 2147483647 w 884"/>
                <a:gd name="T109" fmla="*/ 2147483647 h 997"/>
                <a:gd name="T110" fmla="*/ 2147483647 w 884"/>
                <a:gd name="T111" fmla="*/ 2147483647 h 997"/>
                <a:gd name="T112" fmla="*/ 2147483647 w 884"/>
                <a:gd name="T113" fmla="*/ 2147483647 h 997"/>
                <a:gd name="T114" fmla="*/ 2147483647 w 884"/>
                <a:gd name="T115" fmla="*/ 2147483647 h 997"/>
                <a:gd name="T116" fmla="*/ 2147483647 w 884"/>
                <a:gd name="T117" fmla="*/ 2147483647 h 997"/>
                <a:gd name="T118" fmla="*/ 2147483647 w 884"/>
                <a:gd name="T119" fmla="*/ 2147483647 h 997"/>
                <a:gd name="T120" fmla="*/ 2147483647 w 884"/>
                <a:gd name="T121" fmla="*/ 2147483647 h 9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84"/>
                <a:gd name="T184" fmla="*/ 0 h 997"/>
                <a:gd name="T185" fmla="*/ 884 w 884"/>
                <a:gd name="T186" fmla="*/ 997 h 99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84" h="997">
                  <a:moveTo>
                    <a:pt x="36" y="223"/>
                  </a:moveTo>
                  <a:cubicBezTo>
                    <a:pt x="28" y="262"/>
                    <a:pt x="8" y="304"/>
                    <a:pt x="48" y="331"/>
                  </a:cubicBezTo>
                  <a:cubicBezTo>
                    <a:pt x="59" y="364"/>
                    <a:pt x="46" y="385"/>
                    <a:pt x="18" y="403"/>
                  </a:cubicBezTo>
                  <a:cubicBezTo>
                    <a:pt x="3" y="447"/>
                    <a:pt x="9" y="427"/>
                    <a:pt x="0" y="463"/>
                  </a:cubicBezTo>
                  <a:cubicBezTo>
                    <a:pt x="2" y="483"/>
                    <a:pt x="0" y="504"/>
                    <a:pt x="6" y="523"/>
                  </a:cubicBezTo>
                  <a:cubicBezTo>
                    <a:pt x="7" y="525"/>
                    <a:pt x="42" y="589"/>
                    <a:pt x="48" y="595"/>
                  </a:cubicBezTo>
                  <a:cubicBezTo>
                    <a:pt x="59" y="606"/>
                    <a:pt x="72" y="615"/>
                    <a:pt x="84" y="625"/>
                  </a:cubicBezTo>
                  <a:cubicBezTo>
                    <a:pt x="95" y="634"/>
                    <a:pt x="120" y="649"/>
                    <a:pt x="120" y="649"/>
                  </a:cubicBezTo>
                  <a:cubicBezTo>
                    <a:pt x="148" y="690"/>
                    <a:pt x="139" y="671"/>
                    <a:pt x="150" y="703"/>
                  </a:cubicBezTo>
                  <a:cubicBezTo>
                    <a:pt x="142" y="745"/>
                    <a:pt x="147" y="723"/>
                    <a:pt x="132" y="769"/>
                  </a:cubicBezTo>
                  <a:cubicBezTo>
                    <a:pt x="130" y="775"/>
                    <a:pt x="126" y="787"/>
                    <a:pt x="126" y="787"/>
                  </a:cubicBezTo>
                  <a:cubicBezTo>
                    <a:pt x="139" y="838"/>
                    <a:pt x="160" y="834"/>
                    <a:pt x="210" y="841"/>
                  </a:cubicBezTo>
                  <a:cubicBezTo>
                    <a:pt x="228" y="868"/>
                    <a:pt x="221" y="890"/>
                    <a:pt x="234" y="919"/>
                  </a:cubicBezTo>
                  <a:cubicBezTo>
                    <a:pt x="242" y="938"/>
                    <a:pt x="270" y="949"/>
                    <a:pt x="288" y="955"/>
                  </a:cubicBezTo>
                  <a:cubicBezTo>
                    <a:pt x="296" y="980"/>
                    <a:pt x="323" y="989"/>
                    <a:pt x="348" y="997"/>
                  </a:cubicBezTo>
                  <a:cubicBezTo>
                    <a:pt x="374" y="992"/>
                    <a:pt x="400" y="984"/>
                    <a:pt x="426" y="979"/>
                  </a:cubicBezTo>
                  <a:cubicBezTo>
                    <a:pt x="439" y="941"/>
                    <a:pt x="456" y="908"/>
                    <a:pt x="468" y="871"/>
                  </a:cubicBezTo>
                  <a:cubicBezTo>
                    <a:pt x="471" y="861"/>
                    <a:pt x="513" y="847"/>
                    <a:pt x="522" y="841"/>
                  </a:cubicBezTo>
                  <a:cubicBezTo>
                    <a:pt x="534" y="804"/>
                    <a:pt x="509" y="813"/>
                    <a:pt x="480" y="805"/>
                  </a:cubicBezTo>
                  <a:cubicBezTo>
                    <a:pt x="452" y="797"/>
                    <a:pt x="431" y="790"/>
                    <a:pt x="408" y="775"/>
                  </a:cubicBezTo>
                  <a:cubicBezTo>
                    <a:pt x="404" y="769"/>
                    <a:pt x="401" y="762"/>
                    <a:pt x="396" y="757"/>
                  </a:cubicBezTo>
                  <a:cubicBezTo>
                    <a:pt x="391" y="752"/>
                    <a:pt x="379" y="752"/>
                    <a:pt x="378" y="745"/>
                  </a:cubicBezTo>
                  <a:cubicBezTo>
                    <a:pt x="367" y="678"/>
                    <a:pt x="373" y="687"/>
                    <a:pt x="414" y="679"/>
                  </a:cubicBezTo>
                  <a:cubicBezTo>
                    <a:pt x="433" y="650"/>
                    <a:pt x="416" y="644"/>
                    <a:pt x="426" y="613"/>
                  </a:cubicBezTo>
                  <a:cubicBezTo>
                    <a:pt x="414" y="531"/>
                    <a:pt x="434" y="596"/>
                    <a:pt x="402" y="559"/>
                  </a:cubicBezTo>
                  <a:cubicBezTo>
                    <a:pt x="393" y="548"/>
                    <a:pt x="378" y="523"/>
                    <a:pt x="378" y="523"/>
                  </a:cubicBezTo>
                  <a:cubicBezTo>
                    <a:pt x="392" y="480"/>
                    <a:pt x="379" y="494"/>
                    <a:pt x="408" y="475"/>
                  </a:cubicBezTo>
                  <a:cubicBezTo>
                    <a:pt x="414" y="477"/>
                    <a:pt x="420" y="483"/>
                    <a:pt x="426" y="481"/>
                  </a:cubicBezTo>
                  <a:cubicBezTo>
                    <a:pt x="448" y="472"/>
                    <a:pt x="436" y="431"/>
                    <a:pt x="450" y="421"/>
                  </a:cubicBezTo>
                  <a:cubicBezTo>
                    <a:pt x="464" y="412"/>
                    <a:pt x="498" y="409"/>
                    <a:pt x="498" y="409"/>
                  </a:cubicBezTo>
                  <a:cubicBezTo>
                    <a:pt x="510" y="401"/>
                    <a:pt x="522" y="393"/>
                    <a:pt x="534" y="385"/>
                  </a:cubicBezTo>
                  <a:cubicBezTo>
                    <a:pt x="540" y="381"/>
                    <a:pt x="552" y="373"/>
                    <a:pt x="552" y="373"/>
                  </a:cubicBezTo>
                  <a:cubicBezTo>
                    <a:pt x="571" y="345"/>
                    <a:pt x="621" y="318"/>
                    <a:pt x="654" y="307"/>
                  </a:cubicBezTo>
                  <a:cubicBezTo>
                    <a:pt x="660" y="313"/>
                    <a:pt x="669" y="317"/>
                    <a:pt x="672" y="325"/>
                  </a:cubicBezTo>
                  <a:cubicBezTo>
                    <a:pt x="677" y="336"/>
                    <a:pt x="669" y="352"/>
                    <a:pt x="678" y="361"/>
                  </a:cubicBezTo>
                  <a:cubicBezTo>
                    <a:pt x="691" y="374"/>
                    <a:pt x="715" y="367"/>
                    <a:pt x="732" y="373"/>
                  </a:cubicBezTo>
                  <a:cubicBezTo>
                    <a:pt x="772" y="346"/>
                    <a:pt x="731" y="333"/>
                    <a:pt x="774" y="319"/>
                  </a:cubicBezTo>
                  <a:cubicBezTo>
                    <a:pt x="794" y="289"/>
                    <a:pt x="776" y="261"/>
                    <a:pt x="786" y="223"/>
                  </a:cubicBezTo>
                  <a:cubicBezTo>
                    <a:pt x="792" y="202"/>
                    <a:pt x="834" y="181"/>
                    <a:pt x="834" y="181"/>
                  </a:cubicBezTo>
                  <a:cubicBezTo>
                    <a:pt x="884" y="106"/>
                    <a:pt x="821" y="119"/>
                    <a:pt x="768" y="115"/>
                  </a:cubicBezTo>
                  <a:cubicBezTo>
                    <a:pt x="757" y="108"/>
                    <a:pt x="741" y="106"/>
                    <a:pt x="732" y="97"/>
                  </a:cubicBezTo>
                  <a:cubicBezTo>
                    <a:pt x="728" y="93"/>
                    <a:pt x="732" y="82"/>
                    <a:pt x="726" y="79"/>
                  </a:cubicBezTo>
                  <a:cubicBezTo>
                    <a:pt x="711" y="72"/>
                    <a:pt x="694" y="75"/>
                    <a:pt x="678" y="73"/>
                  </a:cubicBezTo>
                  <a:cubicBezTo>
                    <a:pt x="676" y="70"/>
                    <a:pt x="651" y="38"/>
                    <a:pt x="648" y="31"/>
                  </a:cubicBezTo>
                  <a:cubicBezTo>
                    <a:pt x="645" y="23"/>
                    <a:pt x="647" y="13"/>
                    <a:pt x="642" y="7"/>
                  </a:cubicBezTo>
                  <a:cubicBezTo>
                    <a:pt x="638" y="2"/>
                    <a:pt x="630" y="3"/>
                    <a:pt x="624" y="1"/>
                  </a:cubicBezTo>
                  <a:cubicBezTo>
                    <a:pt x="606" y="3"/>
                    <a:pt x="587" y="0"/>
                    <a:pt x="570" y="7"/>
                  </a:cubicBezTo>
                  <a:cubicBezTo>
                    <a:pt x="564" y="9"/>
                    <a:pt x="567" y="19"/>
                    <a:pt x="564" y="25"/>
                  </a:cubicBezTo>
                  <a:cubicBezTo>
                    <a:pt x="553" y="47"/>
                    <a:pt x="555" y="42"/>
                    <a:pt x="534" y="49"/>
                  </a:cubicBezTo>
                  <a:cubicBezTo>
                    <a:pt x="522" y="47"/>
                    <a:pt x="509" y="49"/>
                    <a:pt x="498" y="43"/>
                  </a:cubicBezTo>
                  <a:cubicBezTo>
                    <a:pt x="493" y="40"/>
                    <a:pt x="495" y="31"/>
                    <a:pt x="492" y="25"/>
                  </a:cubicBezTo>
                  <a:cubicBezTo>
                    <a:pt x="481" y="3"/>
                    <a:pt x="483" y="8"/>
                    <a:pt x="462" y="1"/>
                  </a:cubicBezTo>
                  <a:cubicBezTo>
                    <a:pt x="421" y="29"/>
                    <a:pt x="454" y="58"/>
                    <a:pt x="414" y="85"/>
                  </a:cubicBezTo>
                  <a:cubicBezTo>
                    <a:pt x="396" y="83"/>
                    <a:pt x="377" y="86"/>
                    <a:pt x="360" y="79"/>
                  </a:cubicBezTo>
                  <a:cubicBezTo>
                    <a:pt x="354" y="77"/>
                    <a:pt x="360" y="63"/>
                    <a:pt x="354" y="61"/>
                  </a:cubicBezTo>
                  <a:cubicBezTo>
                    <a:pt x="340" y="58"/>
                    <a:pt x="326" y="65"/>
                    <a:pt x="312" y="67"/>
                  </a:cubicBezTo>
                  <a:cubicBezTo>
                    <a:pt x="304" y="79"/>
                    <a:pt x="302" y="98"/>
                    <a:pt x="288" y="103"/>
                  </a:cubicBezTo>
                  <a:cubicBezTo>
                    <a:pt x="272" y="108"/>
                    <a:pt x="232" y="116"/>
                    <a:pt x="216" y="127"/>
                  </a:cubicBezTo>
                  <a:cubicBezTo>
                    <a:pt x="175" y="155"/>
                    <a:pt x="143" y="176"/>
                    <a:pt x="108" y="211"/>
                  </a:cubicBezTo>
                  <a:cubicBezTo>
                    <a:pt x="104" y="215"/>
                    <a:pt x="96" y="214"/>
                    <a:pt x="90" y="217"/>
                  </a:cubicBezTo>
                  <a:cubicBezTo>
                    <a:pt x="66" y="229"/>
                    <a:pt x="43" y="240"/>
                    <a:pt x="24" y="259"/>
                  </a:cubicBezTo>
                </a:path>
              </a:pathLst>
            </a:custGeom>
            <a:gradFill rotWithShape="0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8" name="Freeform 75"/>
            <p:cNvSpPr>
              <a:spLocks/>
            </p:cNvSpPr>
            <p:nvPr/>
          </p:nvSpPr>
          <p:spPr bwMode="auto">
            <a:xfrm>
              <a:off x="5178425" y="2732088"/>
              <a:ext cx="1439863" cy="1238250"/>
            </a:xfrm>
            <a:custGeom>
              <a:avLst/>
              <a:gdLst>
                <a:gd name="T0" fmla="*/ 2147483647 w 1018"/>
                <a:gd name="T1" fmla="*/ 2147483647 h 877"/>
                <a:gd name="T2" fmla="*/ 2147483647 w 1018"/>
                <a:gd name="T3" fmla="*/ 2147483647 h 877"/>
                <a:gd name="T4" fmla="*/ 2147483647 w 1018"/>
                <a:gd name="T5" fmla="*/ 2147483647 h 877"/>
                <a:gd name="T6" fmla="*/ 2147483647 w 1018"/>
                <a:gd name="T7" fmla="*/ 2147483647 h 877"/>
                <a:gd name="T8" fmla="*/ 2147483647 w 1018"/>
                <a:gd name="T9" fmla="*/ 2147483647 h 877"/>
                <a:gd name="T10" fmla="*/ 2147483647 w 1018"/>
                <a:gd name="T11" fmla="*/ 2147483647 h 877"/>
                <a:gd name="T12" fmla="*/ 2147483647 w 1018"/>
                <a:gd name="T13" fmla="*/ 2147483647 h 877"/>
                <a:gd name="T14" fmla="*/ 2147483647 w 1018"/>
                <a:gd name="T15" fmla="*/ 2147483647 h 877"/>
                <a:gd name="T16" fmla="*/ 2147483647 w 1018"/>
                <a:gd name="T17" fmla="*/ 2147483647 h 877"/>
                <a:gd name="T18" fmla="*/ 2147483647 w 1018"/>
                <a:gd name="T19" fmla="*/ 2147483647 h 877"/>
                <a:gd name="T20" fmla="*/ 2147483647 w 1018"/>
                <a:gd name="T21" fmla="*/ 2147483647 h 877"/>
                <a:gd name="T22" fmla="*/ 2147483647 w 1018"/>
                <a:gd name="T23" fmla="*/ 2147483647 h 877"/>
                <a:gd name="T24" fmla="*/ 2147483647 w 1018"/>
                <a:gd name="T25" fmla="*/ 2147483647 h 877"/>
                <a:gd name="T26" fmla="*/ 2147483647 w 1018"/>
                <a:gd name="T27" fmla="*/ 2147483647 h 877"/>
                <a:gd name="T28" fmla="*/ 2147483647 w 1018"/>
                <a:gd name="T29" fmla="*/ 2147483647 h 877"/>
                <a:gd name="T30" fmla="*/ 2147483647 w 1018"/>
                <a:gd name="T31" fmla="*/ 2147483647 h 877"/>
                <a:gd name="T32" fmla="*/ 2147483647 w 1018"/>
                <a:gd name="T33" fmla="*/ 2147483647 h 877"/>
                <a:gd name="T34" fmla="*/ 2147483647 w 1018"/>
                <a:gd name="T35" fmla="*/ 2147483647 h 877"/>
                <a:gd name="T36" fmla="*/ 2147483647 w 1018"/>
                <a:gd name="T37" fmla="*/ 2147483647 h 877"/>
                <a:gd name="T38" fmla="*/ 2147483647 w 1018"/>
                <a:gd name="T39" fmla="*/ 2147483647 h 877"/>
                <a:gd name="T40" fmla="*/ 2147483647 w 1018"/>
                <a:gd name="T41" fmla="*/ 2147483647 h 877"/>
                <a:gd name="T42" fmla="*/ 2147483647 w 1018"/>
                <a:gd name="T43" fmla="*/ 2147483647 h 877"/>
                <a:gd name="T44" fmla="*/ 2147483647 w 1018"/>
                <a:gd name="T45" fmla="*/ 2147483647 h 877"/>
                <a:gd name="T46" fmla="*/ 2147483647 w 1018"/>
                <a:gd name="T47" fmla="*/ 2147483647 h 877"/>
                <a:gd name="T48" fmla="*/ 2147483647 w 1018"/>
                <a:gd name="T49" fmla="*/ 2147483647 h 877"/>
                <a:gd name="T50" fmla="*/ 2147483647 w 1018"/>
                <a:gd name="T51" fmla="*/ 2147483647 h 877"/>
                <a:gd name="T52" fmla="*/ 2147483647 w 1018"/>
                <a:gd name="T53" fmla="*/ 2147483647 h 877"/>
                <a:gd name="T54" fmla="*/ 2147483647 w 1018"/>
                <a:gd name="T55" fmla="*/ 2147483647 h 877"/>
                <a:gd name="T56" fmla="*/ 2147483647 w 1018"/>
                <a:gd name="T57" fmla="*/ 2147483647 h 877"/>
                <a:gd name="T58" fmla="*/ 2147483647 w 1018"/>
                <a:gd name="T59" fmla="*/ 2147483647 h 877"/>
                <a:gd name="T60" fmla="*/ 2147483647 w 1018"/>
                <a:gd name="T61" fmla="*/ 2147483647 h 877"/>
                <a:gd name="T62" fmla="*/ 2147483647 w 1018"/>
                <a:gd name="T63" fmla="*/ 2147483647 h 877"/>
                <a:gd name="T64" fmla="*/ 2147483647 w 1018"/>
                <a:gd name="T65" fmla="*/ 2147483647 h 877"/>
                <a:gd name="T66" fmla="*/ 2147483647 w 1018"/>
                <a:gd name="T67" fmla="*/ 2147483647 h 877"/>
                <a:gd name="T68" fmla="*/ 2147483647 w 1018"/>
                <a:gd name="T69" fmla="*/ 2147483647 h 877"/>
                <a:gd name="T70" fmla="*/ 2147483647 w 1018"/>
                <a:gd name="T71" fmla="*/ 2147483647 h 877"/>
                <a:gd name="T72" fmla="*/ 2147483647 w 1018"/>
                <a:gd name="T73" fmla="*/ 2147483647 h 87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18"/>
                <a:gd name="T112" fmla="*/ 0 h 877"/>
                <a:gd name="T113" fmla="*/ 1018 w 1018"/>
                <a:gd name="T114" fmla="*/ 877 h 87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18" h="877">
                  <a:moveTo>
                    <a:pt x="406" y="49"/>
                  </a:moveTo>
                  <a:cubicBezTo>
                    <a:pt x="363" y="78"/>
                    <a:pt x="384" y="70"/>
                    <a:pt x="346" y="79"/>
                  </a:cubicBezTo>
                  <a:cubicBezTo>
                    <a:pt x="329" y="62"/>
                    <a:pt x="317" y="39"/>
                    <a:pt x="298" y="25"/>
                  </a:cubicBezTo>
                  <a:cubicBezTo>
                    <a:pt x="285" y="16"/>
                    <a:pt x="269" y="10"/>
                    <a:pt x="256" y="1"/>
                  </a:cubicBezTo>
                  <a:cubicBezTo>
                    <a:pt x="238" y="3"/>
                    <a:pt x="219" y="0"/>
                    <a:pt x="202" y="7"/>
                  </a:cubicBezTo>
                  <a:cubicBezTo>
                    <a:pt x="196" y="9"/>
                    <a:pt x="200" y="20"/>
                    <a:pt x="196" y="25"/>
                  </a:cubicBezTo>
                  <a:cubicBezTo>
                    <a:pt x="191" y="31"/>
                    <a:pt x="183" y="32"/>
                    <a:pt x="178" y="37"/>
                  </a:cubicBezTo>
                  <a:cubicBezTo>
                    <a:pt x="129" y="80"/>
                    <a:pt x="161" y="67"/>
                    <a:pt x="124" y="79"/>
                  </a:cubicBezTo>
                  <a:cubicBezTo>
                    <a:pt x="90" y="131"/>
                    <a:pt x="135" y="70"/>
                    <a:pt x="94" y="103"/>
                  </a:cubicBezTo>
                  <a:cubicBezTo>
                    <a:pt x="55" y="134"/>
                    <a:pt x="109" y="112"/>
                    <a:pt x="64" y="127"/>
                  </a:cubicBezTo>
                  <a:cubicBezTo>
                    <a:pt x="50" y="170"/>
                    <a:pt x="70" y="118"/>
                    <a:pt x="40" y="163"/>
                  </a:cubicBezTo>
                  <a:cubicBezTo>
                    <a:pt x="36" y="168"/>
                    <a:pt x="37" y="175"/>
                    <a:pt x="34" y="181"/>
                  </a:cubicBezTo>
                  <a:cubicBezTo>
                    <a:pt x="0" y="243"/>
                    <a:pt x="18" y="194"/>
                    <a:pt x="4" y="235"/>
                  </a:cubicBezTo>
                  <a:cubicBezTo>
                    <a:pt x="8" y="281"/>
                    <a:pt x="12" y="303"/>
                    <a:pt x="22" y="343"/>
                  </a:cubicBezTo>
                  <a:cubicBezTo>
                    <a:pt x="46" y="335"/>
                    <a:pt x="56" y="328"/>
                    <a:pt x="70" y="307"/>
                  </a:cubicBezTo>
                  <a:cubicBezTo>
                    <a:pt x="97" y="316"/>
                    <a:pt x="93" y="326"/>
                    <a:pt x="106" y="349"/>
                  </a:cubicBezTo>
                  <a:cubicBezTo>
                    <a:pt x="113" y="362"/>
                    <a:pt x="130" y="385"/>
                    <a:pt x="130" y="385"/>
                  </a:cubicBezTo>
                  <a:cubicBezTo>
                    <a:pt x="128" y="409"/>
                    <a:pt x="133" y="435"/>
                    <a:pt x="124" y="457"/>
                  </a:cubicBezTo>
                  <a:cubicBezTo>
                    <a:pt x="121" y="464"/>
                    <a:pt x="113" y="443"/>
                    <a:pt x="106" y="445"/>
                  </a:cubicBezTo>
                  <a:cubicBezTo>
                    <a:pt x="100" y="447"/>
                    <a:pt x="102" y="457"/>
                    <a:pt x="100" y="463"/>
                  </a:cubicBezTo>
                  <a:cubicBezTo>
                    <a:pt x="104" y="481"/>
                    <a:pt x="104" y="501"/>
                    <a:pt x="112" y="517"/>
                  </a:cubicBezTo>
                  <a:cubicBezTo>
                    <a:pt x="115" y="523"/>
                    <a:pt x="126" y="518"/>
                    <a:pt x="130" y="523"/>
                  </a:cubicBezTo>
                  <a:cubicBezTo>
                    <a:pt x="137" y="533"/>
                    <a:pt x="138" y="547"/>
                    <a:pt x="142" y="559"/>
                  </a:cubicBezTo>
                  <a:cubicBezTo>
                    <a:pt x="144" y="565"/>
                    <a:pt x="148" y="577"/>
                    <a:pt x="148" y="577"/>
                  </a:cubicBezTo>
                  <a:cubicBezTo>
                    <a:pt x="183" y="554"/>
                    <a:pt x="222" y="561"/>
                    <a:pt x="256" y="583"/>
                  </a:cubicBezTo>
                  <a:cubicBezTo>
                    <a:pt x="269" y="621"/>
                    <a:pt x="267" y="647"/>
                    <a:pt x="256" y="685"/>
                  </a:cubicBezTo>
                  <a:cubicBezTo>
                    <a:pt x="252" y="697"/>
                    <a:pt x="244" y="721"/>
                    <a:pt x="244" y="721"/>
                  </a:cubicBezTo>
                  <a:cubicBezTo>
                    <a:pt x="262" y="739"/>
                    <a:pt x="277" y="743"/>
                    <a:pt x="298" y="757"/>
                  </a:cubicBezTo>
                  <a:cubicBezTo>
                    <a:pt x="307" y="783"/>
                    <a:pt x="319" y="803"/>
                    <a:pt x="328" y="829"/>
                  </a:cubicBezTo>
                  <a:cubicBezTo>
                    <a:pt x="331" y="837"/>
                    <a:pt x="340" y="865"/>
                    <a:pt x="340" y="865"/>
                  </a:cubicBezTo>
                  <a:cubicBezTo>
                    <a:pt x="352" y="869"/>
                    <a:pt x="376" y="877"/>
                    <a:pt x="376" y="877"/>
                  </a:cubicBezTo>
                  <a:cubicBezTo>
                    <a:pt x="382" y="875"/>
                    <a:pt x="390" y="875"/>
                    <a:pt x="394" y="871"/>
                  </a:cubicBezTo>
                  <a:cubicBezTo>
                    <a:pt x="398" y="867"/>
                    <a:pt x="395" y="857"/>
                    <a:pt x="400" y="853"/>
                  </a:cubicBezTo>
                  <a:cubicBezTo>
                    <a:pt x="414" y="841"/>
                    <a:pt x="436" y="845"/>
                    <a:pt x="454" y="841"/>
                  </a:cubicBezTo>
                  <a:cubicBezTo>
                    <a:pt x="467" y="801"/>
                    <a:pt x="503" y="799"/>
                    <a:pt x="538" y="787"/>
                  </a:cubicBezTo>
                  <a:cubicBezTo>
                    <a:pt x="526" y="728"/>
                    <a:pt x="533" y="738"/>
                    <a:pt x="598" y="751"/>
                  </a:cubicBezTo>
                  <a:cubicBezTo>
                    <a:pt x="627" y="770"/>
                    <a:pt x="614" y="756"/>
                    <a:pt x="628" y="799"/>
                  </a:cubicBezTo>
                  <a:cubicBezTo>
                    <a:pt x="630" y="805"/>
                    <a:pt x="640" y="802"/>
                    <a:pt x="646" y="805"/>
                  </a:cubicBezTo>
                  <a:cubicBezTo>
                    <a:pt x="687" y="826"/>
                    <a:pt x="638" y="811"/>
                    <a:pt x="688" y="823"/>
                  </a:cubicBezTo>
                  <a:cubicBezTo>
                    <a:pt x="700" y="819"/>
                    <a:pt x="712" y="815"/>
                    <a:pt x="724" y="811"/>
                  </a:cubicBezTo>
                  <a:cubicBezTo>
                    <a:pt x="736" y="807"/>
                    <a:pt x="736" y="775"/>
                    <a:pt x="736" y="775"/>
                  </a:cubicBezTo>
                  <a:cubicBezTo>
                    <a:pt x="734" y="769"/>
                    <a:pt x="734" y="761"/>
                    <a:pt x="730" y="757"/>
                  </a:cubicBezTo>
                  <a:cubicBezTo>
                    <a:pt x="726" y="753"/>
                    <a:pt x="712" y="745"/>
                    <a:pt x="712" y="751"/>
                  </a:cubicBezTo>
                  <a:cubicBezTo>
                    <a:pt x="712" y="758"/>
                    <a:pt x="723" y="761"/>
                    <a:pt x="730" y="763"/>
                  </a:cubicBezTo>
                  <a:cubicBezTo>
                    <a:pt x="747" y="769"/>
                    <a:pt x="767" y="769"/>
                    <a:pt x="784" y="775"/>
                  </a:cubicBezTo>
                  <a:cubicBezTo>
                    <a:pt x="800" y="823"/>
                    <a:pt x="776" y="767"/>
                    <a:pt x="808" y="799"/>
                  </a:cubicBezTo>
                  <a:cubicBezTo>
                    <a:pt x="835" y="826"/>
                    <a:pt x="820" y="834"/>
                    <a:pt x="850" y="847"/>
                  </a:cubicBezTo>
                  <a:cubicBezTo>
                    <a:pt x="858" y="850"/>
                    <a:pt x="866" y="851"/>
                    <a:pt x="874" y="853"/>
                  </a:cubicBezTo>
                  <a:cubicBezTo>
                    <a:pt x="886" y="857"/>
                    <a:pt x="910" y="865"/>
                    <a:pt x="910" y="865"/>
                  </a:cubicBezTo>
                  <a:cubicBezTo>
                    <a:pt x="934" y="849"/>
                    <a:pt x="957" y="840"/>
                    <a:pt x="982" y="823"/>
                  </a:cubicBezTo>
                  <a:cubicBezTo>
                    <a:pt x="994" y="815"/>
                    <a:pt x="1018" y="799"/>
                    <a:pt x="1018" y="799"/>
                  </a:cubicBezTo>
                  <a:cubicBezTo>
                    <a:pt x="1012" y="795"/>
                    <a:pt x="1006" y="790"/>
                    <a:pt x="1000" y="787"/>
                  </a:cubicBezTo>
                  <a:cubicBezTo>
                    <a:pt x="994" y="784"/>
                    <a:pt x="985" y="786"/>
                    <a:pt x="982" y="781"/>
                  </a:cubicBezTo>
                  <a:cubicBezTo>
                    <a:pt x="973" y="765"/>
                    <a:pt x="976" y="744"/>
                    <a:pt x="970" y="727"/>
                  </a:cubicBezTo>
                  <a:cubicBezTo>
                    <a:pt x="962" y="660"/>
                    <a:pt x="960" y="669"/>
                    <a:pt x="892" y="661"/>
                  </a:cubicBezTo>
                  <a:cubicBezTo>
                    <a:pt x="888" y="655"/>
                    <a:pt x="880" y="650"/>
                    <a:pt x="880" y="643"/>
                  </a:cubicBezTo>
                  <a:cubicBezTo>
                    <a:pt x="880" y="631"/>
                    <a:pt x="906" y="601"/>
                    <a:pt x="916" y="595"/>
                  </a:cubicBezTo>
                  <a:cubicBezTo>
                    <a:pt x="926" y="564"/>
                    <a:pt x="937" y="550"/>
                    <a:pt x="922" y="517"/>
                  </a:cubicBezTo>
                  <a:cubicBezTo>
                    <a:pt x="917" y="505"/>
                    <a:pt x="870" y="494"/>
                    <a:pt x="868" y="493"/>
                  </a:cubicBezTo>
                  <a:cubicBezTo>
                    <a:pt x="856" y="485"/>
                    <a:pt x="832" y="469"/>
                    <a:pt x="832" y="469"/>
                  </a:cubicBezTo>
                  <a:cubicBezTo>
                    <a:pt x="823" y="441"/>
                    <a:pt x="828" y="421"/>
                    <a:pt x="802" y="403"/>
                  </a:cubicBezTo>
                  <a:cubicBezTo>
                    <a:pt x="794" y="378"/>
                    <a:pt x="781" y="383"/>
                    <a:pt x="766" y="361"/>
                  </a:cubicBezTo>
                  <a:cubicBezTo>
                    <a:pt x="772" y="296"/>
                    <a:pt x="768" y="268"/>
                    <a:pt x="832" y="247"/>
                  </a:cubicBezTo>
                  <a:cubicBezTo>
                    <a:pt x="855" y="212"/>
                    <a:pt x="840" y="182"/>
                    <a:pt x="802" y="169"/>
                  </a:cubicBezTo>
                  <a:cubicBezTo>
                    <a:pt x="795" y="147"/>
                    <a:pt x="798" y="115"/>
                    <a:pt x="784" y="97"/>
                  </a:cubicBezTo>
                  <a:cubicBezTo>
                    <a:pt x="778" y="89"/>
                    <a:pt x="749" y="77"/>
                    <a:pt x="742" y="73"/>
                  </a:cubicBezTo>
                  <a:cubicBezTo>
                    <a:pt x="730" y="66"/>
                    <a:pt x="706" y="49"/>
                    <a:pt x="706" y="49"/>
                  </a:cubicBezTo>
                  <a:cubicBezTo>
                    <a:pt x="674" y="51"/>
                    <a:pt x="642" y="50"/>
                    <a:pt x="610" y="55"/>
                  </a:cubicBezTo>
                  <a:cubicBezTo>
                    <a:pt x="587" y="59"/>
                    <a:pt x="594" y="71"/>
                    <a:pt x="586" y="85"/>
                  </a:cubicBezTo>
                  <a:cubicBezTo>
                    <a:pt x="565" y="122"/>
                    <a:pt x="570" y="115"/>
                    <a:pt x="544" y="133"/>
                  </a:cubicBezTo>
                  <a:cubicBezTo>
                    <a:pt x="510" y="122"/>
                    <a:pt x="530" y="131"/>
                    <a:pt x="490" y="91"/>
                  </a:cubicBezTo>
                  <a:cubicBezTo>
                    <a:pt x="480" y="81"/>
                    <a:pt x="466" y="75"/>
                    <a:pt x="454" y="67"/>
                  </a:cubicBezTo>
                  <a:cubicBezTo>
                    <a:pt x="448" y="63"/>
                    <a:pt x="436" y="55"/>
                    <a:pt x="436" y="55"/>
                  </a:cubicBezTo>
                  <a:cubicBezTo>
                    <a:pt x="418" y="57"/>
                    <a:pt x="399" y="54"/>
                    <a:pt x="382" y="61"/>
                  </a:cubicBezTo>
                  <a:cubicBezTo>
                    <a:pt x="362" y="69"/>
                    <a:pt x="386" y="89"/>
                    <a:pt x="370" y="73"/>
                  </a:cubicBezTo>
                </a:path>
              </a:pathLst>
            </a:custGeom>
            <a:gradFill rotWithShape="0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9" name="Freeform 76"/>
            <p:cNvSpPr>
              <a:spLocks/>
            </p:cNvSpPr>
            <p:nvPr/>
          </p:nvSpPr>
          <p:spPr bwMode="auto">
            <a:xfrm>
              <a:off x="5165725" y="6142038"/>
              <a:ext cx="822325" cy="528637"/>
            </a:xfrm>
            <a:custGeom>
              <a:avLst/>
              <a:gdLst>
                <a:gd name="T0" fmla="*/ 2147483647 w 582"/>
                <a:gd name="T1" fmla="*/ 2147483647 h 374"/>
                <a:gd name="T2" fmla="*/ 2147483647 w 582"/>
                <a:gd name="T3" fmla="*/ 2147483647 h 374"/>
                <a:gd name="T4" fmla="*/ 2147483647 w 582"/>
                <a:gd name="T5" fmla="*/ 2147483647 h 374"/>
                <a:gd name="T6" fmla="*/ 2147483647 w 582"/>
                <a:gd name="T7" fmla="*/ 2147483647 h 374"/>
                <a:gd name="T8" fmla="*/ 2147483647 w 582"/>
                <a:gd name="T9" fmla="*/ 2147483647 h 374"/>
                <a:gd name="T10" fmla="*/ 2147483647 w 582"/>
                <a:gd name="T11" fmla="*/ 2147483647 h 374"/>
                <a:gd name="T12" fmla="*/ 2147483647 w 582"/>
                <a:gd name="T13" fmla="*/ 2147483647 h 374"/>
                <a:gd name="T14" fmla="*/ 2147483647 w 582"/>
                <a:gd name="T15" fmla="*/ 2147483647 h 374"/>
                <a:gd name="T16" fmla="*/ 2147483647 w 582"/>
                <a:gd name="T17" fmla="*/ 2147483647 h 374"/>
                <a:gd name="T18" fmla="*/ 2147483647 w 582"/>
                <a:gd name="T19" fmla="*/ 2147483647 h 374"/>
                <a:gd name="T20" fmla="*/ 2147483647 w 582"/>
                <a:gd name="T21" fmla="*/ 2147483647 h 374"/>
                <a:gd name="T22" fmla="*/ 2147483647 w 582"/>
                <a:gd name="T23" fmla="*/ 2147483647 h 374"/>
                <a:gd name="T24" fmla="*/ 2147483647 w 582"/>
                <a:gd name="T25" fmla="*/ 2147483647 h 374"/>
                <a:gd name="T26" fmla="*/ 2147483647 w 582"/>
                <a:gd name="T27" fmla="*/ 2147483647 h 374"/>
                <a:gd name="T28" fmla="*/ 2147483647 w 582"/>
                <a:gd name="T29" fmla="*/ 2147483647 h 374"/>
                <a:gd name="T30" fmla="*/ 2147483647 w 582"/>
                <a:gd name="T31" fmla="*/ 2147483647 h 374"/>
                <a:gd name="T32" fmla="*/ 2147483647 w 582"/>
                <a:gd name="T33" fmla="*/ 2147483647 h 374"/>
                <a:gd name="T34" fmla="*/ 2147483647 w 582"/>
                <a:gd name="T35" fmla="*/ 2147483647 h 374"/>
                <a:gd name="T36" fmla="*/ 2147483647 w 582"/>
                <a:gd name="T37" fmla="*/ 2147483647 h 374"/>
                <a:gd name="T38" fmla="*/ 2147483647 w 582"/>
                <a:gd name="T39" fmla="*/ 2147483647 h 374"/>
                <a:gd name="T40" fmla="*/ 2147483647 w 582"/>
                <a:gd name="T41" fmla="*/ 2147483647 h 374"/>
                <a:gd name="T42" fmla="*/ 2147483647 w 582"/>
                <a:gd name="T43" fmla="*/ 2147483647 h 374"/>
                <a:gd name="T44" fmla="*/ 2147483647 w 582"/>
                <a:gd name="T45" fmla="*/ 2147483647 h 374"/>
                <a:gd name="T46" fmla="*/ 2147483647 w 582"/>
                <a:gd name="T47" fmla="*/ 0 h 374"/>
                <a:gd name="T48" fmla="*/ 2147483647 w 582"/>
                <a:gd name="T49" fmla="*/ 2147483647 h 374"/>
                <a:gd name="T50" fmla="*/ 2147483647 w 582"/>
                <a:gd name="T51" fmla="*/ 2147483647 h 374"/>
                <a:gd name="T52" fmla="*/ 2147483647 w 582"/>
                <a:gd name="T53" fmla="*/ 2147483647 h 374"/>
                <a:gd name="T54" fmla="*/ 2147483647 w 582"/>
                <a:gd name="T55" fmla="*/ 2147483647 h 374"/>
                <a:gd name="T56" fmla="*/ 2147483647 w 582"/>
                <a:gd name="T57" fmla="*/ 2147483647 h 374"/>
                <a:gd name="T58" fmla="*/ 2147483647 w 582"/>
                <a:gd name="T59" fmla="*/ 2147483647 h 37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2"/>
                <a:gd name="T91" fmla="*/ 0 h 374"/>
                <a:gd name="T92" fmla="*/ 582 w 582"/>
                <a:gd name="T93" fmla="*/ 374 h 37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2" h="374">
                  <a:moveTo>
                    <a:pt x="175" y="66"/>
                  </a:moveTo>
                  <a:cubicBezTo>
                    <a:pt x="186" y="98"/>
                    <a:pt x="168" y="89"/>
                    <a:pt x="139" y="96"/>
                  </a:cubicBezTo>
                  <a:cubicBezTo>
                    <a:pt x="137" y="104"/>
                    <a:pt x="139" y="115"/>
                    <a:pt x="133" y="120"/>
                  </a:cubicBezTo>
                  <a:cubicBezTo>
                    <a:pt x="123" y="128"/>
                    <a:pt x="97" y="132"/>
                    <a:pt x="97" y="132"/>
                  </a:cubicBezTo>
                  <a:cubicBezTo>
                    <a:pt x="71" y="171"/>
                    <a:pt x="83" y="129"/>
                    <a:pt x="43" y="156"/>
                  </a:cubicBezTo>
                  <a:cubicBezTo>
                    <a:pt x="27" y="205"/>
                    <a:pt x="0" y="239"/>
                    <a:pt x="49" y="288"/>
                  </a:cubicBezTo>
                  <a:cubicBezTo>
                    <a:pt x="51" y="294"/>
                    <a:pt x="51" y="302"/>
                    <a:pt x="55" y="306"/>
                  </a:cubicBezTo>
                  <a:cubicBezTo>
                    <a:pt x="65" y="316"/>
                    <a:pt x="91" y="330"/>
                    <a:pt x="91" y="330"/>
                  </a:cubicBezTo>
                  <a:cubicBezTo>
                    <a:pt x="95" y="336"/>
                    <a:pt x="97" y="343"/>
                    <a:pt x="103" y="348"/>
                  </a:cubicBezTo>
                  <a:cubicBezTo>
                    <a:pt x="135" y="374"/>
                    <a:pt x="127" y="311"/>
                    <a:pt x="133" y="300"/>
                  </a:cubicBezTo>
                  <a:cubicBezTo>
                    <a:pt x="136" y="295"/>
                    <a:pt x="145" y="296"/>
                    <a:pt x="151" y="294"/>
                  </a:cubicBezTo>
                  <a:cubicBezTo>
                    <a:pt x="193" y="308"/>
                    <a:pt x="175" y="310"/>
                    <a:pt x="205" y="300"/>
                  </a:cubicBezTo>
                  <a:cubicBezTo>
                    <a:pt x="223" y="247"/>
                    <a:pt x="283" y="263"/>
                    <a:pt x="295" y="312"/>
                  </a:cubicBezTo>
                  <a:cubicBezTo>
                    <a:pt x="355" y="297"/>
                    <a:pt x="293" y="320"/>
                    <a:pt x="325" y="288"/>
                  </a:cubicBezTo>
                  <a:cubicBezTo>
                    <a:pt x="338" y="275"/>
                    <a:pt x="361" y="279"/>
                    <a:pt x="379" y="276"/>
                  </a:cubicBezTo>
                  <a:cubicBezTo>
                    <a:pt x="408" y="257"/>
                    <a:pt x="403" y="274"/>
                    <a:pt x="433" y="264"/>
                  </a:cubicBezTo>
                  <a:cubicBezTo>
                    <a:pt x="445" y="218"/>
                    <a:pt x="462" y="236"/>
                    <a:pt x="493" y="210"/>
                  </a:cubicBezTo>
                  <a:cubicBezTo>
                    <a:pt x="539" y="172"/>
                    <a:pt x="484" y="210"/>
                    <a:pt x="529" y="180"/>
                  </a:cubicBezTo>
                  <a:cubicBezTo>
                    <a:pt x="531" y="174"/>
                    <a:pt x="531" y="166"/>
                    <a:pt x="535" y="162"/>
                  </a:cubicBezTo>
                  <a:cubicBezTo>
                    <a:pt x="545" y="152"/>
                    <a:pt x="571" y="138"/>
                    <a:pt x="571" y="138"/>
                  </a:cubicBezTo>
                  <a:cubicBezTo>
                    <a:pt x="580" y="112"/>
                    <a:pt x="582" y="94"/>
                    <a:pt x="553" y="84"/>
                  </a:cubicBezTo>
                  <a:cubicBezTo>
                    <a:pt x="532" y="53"/>
                    <a:pt x="538" y="43"/>
                    <a:pt x="499" y="30"/>
                  </a:cubicBezTo>
                  <a:cubicBezTo>
                    <a:pt x="495" y="24"/>
                    <a:pt x="493" y="16"/>
                    <a:pt x="487" y="12"/>
                  </a:cubicBezTo>
                  <a:cubicBezTo>
                    <a:pt x="476" y="5"/>
                    <a:pt x="451" y="0"/>
                    <a:pt x="451" y="0"/>
                  </a:cubicBezTo>
                  <a:cubicBezTo>
                    <a:pt x="430" y="31"/>
                    <a:pt x="409" y="35"/>
                    <a:pt x="373" y="42"/>
                  </a:cubicBezTo>
                  <a:cubicBezTo>
                    <a:pt x="361" y="38"/>
                    <a:pt x="349" y="34"/>
                    <a:pt x="337" y="30"/>
                  </a:cubicBezTo>
                  <a:cubicBezTo>
                    <a:pt x="331" y="28"/>
                    <a:pt x="319" y="24"/>
                    <a:pt x="319" y="24"/>
                  </a:cubicBezTo>
                  <a:cubicBezTo>
                    <a:pt x="292" y="42"/>
                    <a:pt x="286" y="43"/>
                    <a:pt x="253" y="36"/>
                  </a:cubicBezTo>
                  <a:cubicBezTo>
                    <a:pt x="233" y="38"/>
                    <a:pt x="212" y="36"/>
                    <a:pt x="193" y="42"/>
                  </a:cubicBezTo>
                  <a:cubicBezTo>
                    <a:pt x="181" y="46"/>
                    <a:pt x="175" y="98"/>
                    <a:pt x="175" y="66"/>
                  </a:cubicBezTo>
                  <a:close/>
                </a:path>
              </a:pathLst>
            </a:custGeom>
            <a:gradFill rotWithShape="0">
              <a:gsLst>
                <a:gs pos="0">
                  <a:srgbClr val="99CC00"/>
                </a:gs>
                <a:gs pos="100000">
                  <a:srgbClr val="475E00"/>
                </a:gs>
              </a:gsLst>
              <a:lin ang="2700000" scaled="1"/>
            </a:gra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0" name="Freeform 77"/>
            <p:cNvSpPr>
              <a:spLocks/>
            </p:cNvSpPr>
            <p:nvPr/>
          </p:nvSpPr>
          <p:spPr bwMode="auto">
            <a:xfrm>
              <a:off x="5033963" y="2444750"/>
              <a:ext cx="574675" cy="268288"/>
            </a:xfrm>
            <a:custGeom>
              <a:avLst/>
              <a:gdLst>
                <a:gd name="T0" fmla="*/ 2147483647 w 407"/>
                <a:gd name="T1" fmla="*/ 2147483647 h 190"/>
                <a:gd name="T2" fmla="*/ 2147483647 w 407"/>
                <a:gd name="T3" fmla="*/ 2147483647 h 190"/>
                <a:gd name="T4" fmla="*/ 2147483647 w 407"/>
                <a:gd name="T5" fmla="*/ 2147483647 h 190"/>
                <a:gd name="T6" fmla="*/ 2147483647 w 407"/>
                <a:gd name="T7" fmla="*/ 2147483647 h 190"/>
                <a:gd name="T8" fmla="*/ 2147483647 w 407"/>
                <a:gd name="T9" fmla="*/ 2147483647 h 190"/>
                <a:gd name="T10" fmla="*/ 2147483647 w 407"/>
                <a:gd name="T11" fmla="*/ 2147483647 h 190"/>
                <a:gd name="T12" fmla="*/ 2147483647 w 407"/>
                <a:gd name="T13" fmla="*/ 2147483647 h 190"/>
                <a:gd name="T14" fmla="*/ 2147483647 w 407"/>
                <a:gd name="T15" fmla="*/ 2147483647 h 190"/>
                <a:gd name="T16" fmla="*/ 2147483647 w 407"/>
                <a:gd name="T17" fmla="*/ 2147483647 h 190"/>
                <a:gd name="T18" fmla="*/ 2147483647 w 407"/>
                <a:gd name="T19" fmla="*/ 2147483647 h 190"/>
                <a:gd name="T20" fmla="*/ 2147483647 w 407"/>
                <a:gd name="T21" fmla="*/ 2147483647 h 190"/>
                <a:gd name="T22" fmla="*/ 2147483647 w 407"/>
                <a:gd name="T23" fmla="*/ 2147483647 h 190"/>
                <a:gd name="T24" fmla="*/ 2147483647 w 407"/>
                <a:gd name="T25" fmla="*/ 2147483647 h 190"/>
                <a:gd name="T26" fmla="*/ 2147483647 w 407"/>
                <a:gd name="T27" fmla="*/ 2147483647 h 190"/>
                <a:gd name="T28" fmla="*/ 2147483647 w 407"/>
                <a:gd name="T29" fmla="*/ 2147483647 h 190"/>
                <a:gd name="T30" fmla="*/ 2147483647 w 407"/>
                <a:gd name="T31" fmla="*/ 2147483647 h 190"/>
                <a:gd name="T32" fmla="*/ 2147483647 w 407"/>
                <a:gd name="T33" fmla="*/ 2147483647 h 190"/>
                <a:gd name="T34" fmla="*/ 2147483647 w 407"/>
                <a:gd name="T35" fmla="*/ 2147483647 h 190"/>
                <a:gd name="T36" fmla="*/ 2147483647 w 407"/>
                <a:gd name="T37" fmla="*/ 2147483647 h 190"/>
                <a:gd name="T38" fmla="*/ 2147483647 w 407"/>
                <a:gd name="T39" fmla="*/ 0 h 190"/>
                <a:gd name="T40" fmla="*/ 2147483647 w 407"/>
                <a:gd name="T41" fmla="*/ 2147483647 h 190"/>
                <a:gd name="T42" fmla="*/ 2147483647 w 407"/>
                <a:gd name="T43" fmla="*/ 2147483647 h 190"/>
                <a:gd name="T44" fmla="*/ 2147483647 w 407"/>
                <a:gd name="T45" fmla="*/ 2147483647 h 190"/>
                <a:gd name="T46" fmla="*/ 2147483647 w 407"/>
                <a:gd name="T47" fmla="*/ 2147483647 h 1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07"/>
                <a:gd name="T73" fmla="*/ 0 h 190"/>
                <a:gd name="T74" fmla="*/ 407 w 407"/>
                <a:gd name="T75" fmla="*/ 190 h 19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07" h="190">
                  <a:moveTo>
                    <a:pt x="197" y="6"/>
                  </a:moveTo>
                  <a:cubicBezTo>
                    <a:pt x="183" y="48"/>
                    <a:pt x="197" y="38"/>
                    <a:pt x="167" y="48"/>
                  </a:cubicBezTo>
                  <a:cubicBezTo>
                    <a:pt x="163" y="42"/>
                    <a:pt x="161" y="34"/>
                    <a:pt x="155" y="30"/>
                  </a:cubicBezTo>
                  <a:cubicBezTo>
                    <a:pt x="144" y="23"/>
                    <a:pt x="119" y="18"/>
                    <a:pt x="119" y="18"/>
                  </a:cubicBezTo>
                  <a:cubicBezTo>
                    <a:pt x="99" y="20"/>
                    <a:pt x="78" y="17"/>
                    <a:pt x="59" y="24"/>
                  </a:cubicBezTo>
                  <a:cubicBezTo>
                    <a:pt x="53" y="26"/>
                    <a:pt x="57" y="37"/>
                    <a:pt x="53" y="42"/>
                  </a:cubicBezTo>
                  <a:cubicBezTo>
                    <a:pt x="40" y="61"/>
                    <a:pt x="36" y="60"/>
                    <a:pt x="17" y="66"/>
                  </a:cubicBezTo>
                  <a:cubicBezTo>
                    <a:pt x="0" y="91"/>
                    <a:pt x="4" y="98"/>
                    <a:pt x="29" y="114"/>
                  </a:cubicBezTo>
                  <a:cubicBezTo>
                    <a:pt x="33" y="126"/>
                    <a:pt x="30" y="143"/>
                    <a:pt x="41" y="150"/>
                  </a:cubicBezTo>
                  <a:cubicBezTo>
                    <a:pt x="53" y="158"/>
                    <a:pt x="77" y="174"/>
                    <a:pt x="77" y="174"/>
                  </a:cubicBezTo>
                  <a:cubicBezTo>
                    <a:pt x="103" y="148"/>
                    <a:pt x="105" y="142"/>
                    <a:pt x="143" y="150"/>
                  </a:cubicBezTo>
                  <a:cubicBezTo>
                    <a:pt x="145" y="160"/>
                    <a:pt x="139" y="177"/>
                    <a:pt x="149" y="180"/>
                  </a:cubicBezTo>
                  <a:cubicBezTo>
                    <a:pt x="183" y="190"/>
                    <a:pt x="229" y="171"/>
                    <a:pt x="263" y="162"/>
                  </a:cubicBezTo>
                  <a:cubicBezTo>
                    <a:pt x="270" y="120"/>
                    <a:pt x="279" y="95"/>
                    <a:pt x="323" y="84"/>
                  </a:cubicBezTo>
                  <a:cubicBezTo>
                    <a:pt x="329" y="86"/>
                    <a:pt x="335" y="91"/>
                    <a:pt x="341" y="90"/>
                  </a:cubicBezTo>
                  <a:cubicBezTo>
                    <a:pt x="354" y="89"/>
                    <a:pt x="377" y="78"/>
                    <a:pt x="377" y="78"/>
                  </a:cubicBezTo>
                  <a:cubicBezTo>
                    <a:pt x="383" y="80"/>
                    <a:pt x="391" y="88"/>
                    <a:pt x="395" y="84"/>
                  </a:cubicBezTo>
                  <a:cubicBezTo>
                    <a:pt x="404" y="75"/>
                    <a:pt x="407" y="48"/>
                    <a:pt x="407" y="48"/>
                  </a:cubicBezTo>
                  <a:cubicBezTo>
                    <a:pt x="401" y="24"/>
                    <a:pt x="406" y="22"/>
                    <a:pt x="383" y="12"/>
                  </a:cubicBezTo>
                  <a:cubicBezTo>
                    <a:pt x="371" y="7"/>
                    <a:pt x="347" y="0"/>
                    <a:pt x="347" y="0"/>
                  </a:cubicBezTo>
                  <a:cubicBezTo>
                    <a:pt x="335" y="2"/>
                    <a:pt x="322" y="0"/>
                    <a:pt x="311" y="6"/>
                  </a:cubicBezTo>
                  <a:cubicBezTo>
                    <a:pt x="306" y="9"/>
                    <a:pt x="309" y="20"/>
                    <a:pt x="305" y="24"/>
                  </a:cubicBezTo>
                  <a:cubicBezTo>
                    <a:pt x="301" y="28"/>
                    <a:pt x="293" y="28"/>
                    <a:pt x="287" y="30"/>
                  </a:cubicBezTo>
                  <a:cubicBezTo>
                    <a:pt x="198" y="17"/>
                    <a:pt x="284" y="6"/>
                    <a:pt x="197" y="6"/>
                  </a:cubicBezTo>
                  <a:close/>
                </a:path>
              </a:pathLst>
            </a:custGeom>
            <a:solidFill>
              <a:srgbClr val="99CCFF"/>
            </a:solidFill>
            <a:ln w="2857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1" name="Oval 78"/>
            <p:cNvSpPr>
              <a:spLocks noChangeArrowheads="1"/>
            </p:cNvSpPr>
            <p:nvPr/>
          </p:nvSpPr>
          <p:spPr bwMode="auto">
            <a:xfrm>
              <a:off x="5608638" y="2217738"/>
              <a:ext cx="2346325" cy="2346325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2" name="Line 79"/>
            <p:cNvSpPr>
              <a:spLocks noChangeShapeType="1"/>
            </p:cNvSpPr>
            <p:nvPr/>
          </p:nvSpPr>
          <p:spPr bwMode="auto">
            <a:xfrm flipH="1">
              <a:off x="5889625" y="4224338"/>
              <a:ext cx="363538" cy="1123950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3" name="Line 80"/>
            <p:cNvSpPr>
              <a:spLocks noChangeShapeType="1"/>
            </p:cNvSpPr>
            <p:nvPr/>
          </p:nvSpPr>
          <p:spPr bwMode="auto">
            <a:xfrm flipH="1">
              <a:off x="5494338" y="5457825"/>
              <a:ext cx="323850" cy="842963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4" name="Line 81"/>
            <p:cNvSpPr>
              <a:spLocks noChangeShapeType="1"/>
            </p:cNvSpPr>
            <p:nvPr/>
          </p:nvSpPr>
          <p:spPr bwMode="auto">
            <a:xfrm flipH="1" flipV="1">
              <a:off x="5418138" y="3162300"/>
              <a:ext cx="714375" cy="509588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5" name="Oval 82"/>
            <p:cNvSpPr>
              <a:spLocks noChangeArrowheads="1"/>
            </p:cNvSpPr>
            <p:nvPr/>
          </p:nvSpPr>
          <p:spPr bwMode="auto">
            <a:xfrm>
              <a:off x="5748320" y="5239604"/>
              <a:ext cx="192522" cy="192997"/>
            </a:xfrm>
            <a:prstGeom prst="ellipse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56" name="Oval 83"/>
            <p:cNvSpPr>
              <a:spLocks noChangeArrowheads="1"/>
            </p:cNvSpPr>
            <p:nvPr/>
          </p:nvSpPr>
          <p:spPr bwMode="auto">
            <a:xfrm>
              <a:off x="5290935" y="3052953"/>
              <a:ext cx="192522" cy="191066"/>
            </a:xfrm>
            <a:prstGeom prst="ellipse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57" name="Oval 84"/>
            <p:cNvSpPr>
              <a:spLocks noChangeArrowheads="1"/>
            </p:cNvSpPr>
            <p:nvPr/>
          </p:nvSpPr>
          <p:spPr bwMode="auto">
            <a:xfrm>
              <a:off x="5377278" y="6233537"/>
              <a:ext cx="191355" cy="192997"/>
            </a:xfrm>
            <a:prstGeom prst="ellipse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58" name="Line 85"/>
            <p:cNvSpPr>
              <a:spLocks noChangeShapeType="1"/>
            </p:cNvSpPr>
            <p:nvPr/>
          </p:nvSpPr>
          <p:spPr bwMode="auto">
            <a:xfrm flipH="1">
              <a:off x="6337300" y="4148138"/>
              <a:ext cx="823913" cy="1066800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9" name="Line 87"/>
            <p:cNvSpPr>
              <a:spLocks noChangeShapeType="1"/>
            </p:cNvSpPr>
            <p:nvPr/>
          </p:nvSpPr>
          <p:spPr bwMode="auto">
            <a:xfrm flipH="1">
              <a:off x="6054719" y="4148139"/>
              <a:ext cx="141293" cy="355606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0" name="Line 90"/>
            <p:cNvSpPr>
              <a:spLocks noChangeShapeType="1"/>
            </p:cNvSpPr>
            <p:nvPr/>
          </p:nvSpPr>
          <p:spPr bwMode="auto">
            <a:xfrm flipH="1">
              <a:off x="5467350" y="2952750"/>
              <a:ext cx="803275" cy="209550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1" name="Line 92"/>
            <p:cNvSpPr>
              <a:spLocks noChangeShapeType="1"/>
            </p:cNvSpPr>
            <p:nvPr/>
          </p:nvSpPr>
          <p:spPr bwMode="auto">
            <a:xfrm flipH="1">
              <a:off x="6337300" y="4286250"/>
              <a:ext cx="179388" cy="852488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2" name="Line 93"/>
            <p:cNvSpPr>
              <a:spLocks noChangeShapeType="1"/>
            </p:cNvSpPr>
            <p:nvPr/>
          </p:nvSpPr>
          <p:spPr bwMode="auto">
            <a:xfrm flipH="1">
              <a:off x="5902325" y="4881563"/>
              <a:ext cx="1350963" cy="466725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3" name="Line 94"/>
            <p:cNvSpPr>
              <a:spLocks noChangeShapeType="1"/>
            </p:cNvSpPr>
            <p:nvPr/>
          </p:nvSpPr>
          <p:spPr bwMode="auto">
            <a:xfrm flipH="1">
              <a:off x="5568950" y="5310188"/>
              <a:ext cx="671513" cy="990600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4" name="Line 95"/>
            <p:cNvSpPr>
              <a:spLocks noChangeShapeType="1"/>
            </p:cNvSpPr>
            <p:nvPr/>
          </p:nvSpPr>
          <p:spPr bwMode="auto">
            <a:xfrm>
              <a:off x="6645275" y="4224338"/>
              <a:ext cx="608013" cy="657225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5" name="Line 96"/>
            <p:cNvSpPr>
              <a:spLocks noChangeShapeType="1"/>
            </p:cNvSpPr>
            <p:nvPr/>
          </p:nvSpPr>
          <p:spPr bwMode="auto">
            <a:xfrm flipH="1">
              <a:off x="6910388" y="1935163"/>
              <a:ext cx="312737" cy="558800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6" name="Oval 97"/>
            <p:cNvSpPr>
              <a:spLocks noChangeArrowheads="1"/>
            </p:cNvSpPr>
            <p:nvPr/>
          </p:nvSpPr>
          <p:spPr bwMode="auto">
            <a:xfrm>
              <a:off x="6861447" y="3189980"/>
              <a:ext cx="982445" cy="982353"/>
            </a:xfrm>
            <a:prstGeom prst="ellipse">
              <a:avLst/>
            </a:prstGeom>
            <a:gradFill rotWithShape="0">
              <a:gsLst>
                <a:gs pos="0">
                  <a:srgbClr val="C68DFF"/>
                </a:gs>
                <a:gs pos="100000">
                  <a:srgbClr val="5C4176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76200" dir="54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400" b="1" dirty="0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통합적</a:t>
              </a:r>
              <a:endParaRPr lang="en-US" altLang="ko-KR" sz="1400" b="1" dirty="0">
                <a:solidFill>
                  <a:srgbClr val="FFFFFF"/>
                </a:solidFill>
                <a:latin typeface="Arial" charset="0"/>
                <a:ea typeface="굴림" pitchFamily="50" charset="-127"/>
              </a:endParaRPr>
            </a:p>
            <a:p>
              <a:pPr algn="ctr">
                <a:defRPr/>
              </a:pPr>
              <a:r>
                <a:rPr lang="ko-KR" altLang="en-US" sz="1400" b="1" dirty="0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관리</a:t>
              </a:r>
              <a:endParaRPr lang="en-US" altLang="ko-KR" sz="1400" b="1" dirty="0">
                <a:solidFill>
                  <a:srgbClr val="FFFFFF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67" name="Oval 98"/>
            <p:cNvSpPr>
              <a:spLocks noChangeArrowheads="1"/>
            </p:cNvSpPr>
            <p:nvPr/>
          </p:nvSpPr>
          <p:spPr bwMode="auto">
            <a:xfrm>
              <a:off x="5928007" y="3303849"/>
              <a:ext cx="982445" cy="982352"/>
            </a:xfrm>
            <a:prstGeom prst="ellipse">
              <a:avLst/>
            </a:prstGeom>
            <a:gradFill rotWithShape="0">
              <a:gsLst>
                <a:gs pos="0">
                  <a:srgbClr val="009999"/>
                </a:gs>
                <a:gs pos="100000">
                  <a:srgbClr val="004747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76200" dir="54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400" b="1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전국</a:t>
              </a:r>
              <a:endParaRPr lang="en-US" altLang="ko-KR" sz="1400" b="1">
                <a:solidFill>
                  <a:srgbClr val="FFFFFF"/>
                </a:solidFill>
                <a:latin typeface="Arial" charset="0"/>
                <a:ea typeface="굴림" pitchFamily="50" charset="-127"/>
              </a:endParaRPr>
            </a:p>
            <a:p>
              <a:pPr algn="ctr">
                <a:defRPr/>
              </a:pPr>
              <a:r>
                <a:rPr lang="en-US" altLang="ko-KR" sz="1400" b="1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System</a:t>
              </a:r>
            </a:p>
          </p:txBody>
        </p:sp>
        <p:sp>
          <p:nvSpPr>
            <p:cNvPr id="268" name="Oval 99"/>
            <p:cNvSpPr>
              <a:spLocks noChangeArrowheads="1"/>
            </p:cNvSpPr>
            <p:nvPr/>
          </p:nvSpPr>
          <p:spPr bwMode="auto">
            <a:xfrm>
              <a:off x="7092473" y="1692327"/>
              <a:ext cx="319703" cy="318445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69" name="Oval 100"/>
            <p:cNvSpPr>
              <a:spLocks noChangeArrowheads="1"/>
            </p:cNvSpPr>
            <p:nvPr/>
          </p:nvSpPr>
          <p:spPr bwMode="auto">
            <a:xfrm>
              <a:off x="5854499" y="2010772"/>
              <a:ext cx="319703" cy="32037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70" name="Line 101"/>
            <p:cNvSpPr>
              <a:spLocks noChangeShapeType="1"/>
            </p:cNvSpPr>
            <p:nvPr/>
          </p:nvSpPr>
          <p:spPr bwMode="auto">
            <a:xfrm flipH="1" flipV="1">
              <a:off x="6132513" y="2330450"/>
              <a:ext cx="354012" cy="255588"/>
            </a:xfrm>
            <a:prstGeom prst="line">
              <a:avLst/>
            </a:prstGeom>
            <a:noFill/>
            <a:ln w="19050">
              <a:solidFill>
                <a:srgbClr val="456B5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1" name="Oval 102"/>
            <p:cNvSpPr>
              <a:spLocks noChangeArrowheads="1"/>
            </p:cNvSpPr>
            <p:nvPr/>
          </p:nvSpPr>
          <p:spPr bwMode="auto">
            <a:xfrm>
              <a:off x="6271046" y="2408345"/>
              <a:ext cx="982445" cy="98235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76200" dir="54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400" b="1" dirty="0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㈜</a:t>
              </a:r>
              <a:r>
                <a:rPr lang="ko-KR" altLang="en-US" sz="1400" b="1" dirty="0" err="1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가람퓨너럴</a:t>
              </a:r>
              <a:endParaRPr lang="en-US" altLang="ko-KR" sz="1400" b="1" dirty="0">
                <a:solidFill>
                  <a:srgbClr val="FFFFFF"/>
                </a:solidFill>
                <a:latin typeface="Arial" charset="0"/>
                <a:ea typeface="굴림" pitchFamily="50" charset="-127"/>
              </a:endParaRPr>
            </a:p>
            <a:p>
              <a:pPr algn="ctr">
                <a:defRPr/>
              </a:pPr>
              <a:r>
                <a:rPr lang="en-US" altLang="ko-KR" sz="1400" b="1" dirty="0">
                  <a:solidFill>
                    <a:srgbClr val="FFFFFF"/>
                  </a:solidFill>
                  <a:latin typeface="Arial" charset="0"/>
                  <a:ea typeface="굴림" pitchFamily="50" charset="-127"/>
                </a:rPr>
                <a:t>System</a:t>
              </a:r>
            </a:p>
          </p:txBody>
        </p:sp>
        <p:sp>
          <p:nvSpPr>
            <p:cNvPr id="272" name="Oval 106"/>
            <p:cNvSpPr>
              <a:spLocks noChangeArrowheads="1"/>
            </p:cNvSpPr>
            <p:nvPr/>
          </p:nvSpPr>
          <p:spPr bwMode="auto">
            <a:xfrm>
              <a:off x="6176535" y="5029238"/>
              <a:ext cx="319703" cy="318444"/>
            </a:xfrm>
            <a:prstGeom prst="ellipse">
              <a:avLst/>
            </a:prstGeom>
            <a:gradFill rotWithShape="0">
              <a:gsLst>
                <a:gs pos="0">
                  <a:srgbClr val="009999"/>
                </a:gs>
                <a:gs pos="100000">
                  <a:srgbClr val="004747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73" name="Oval 107"/>
            <p:cNvSpPr>
              <a:spLocks noChangeArrowheads="1"/>
            </p:cNvSpPr>
            <p:nvPr/>
          </p:nvSpPr>
          <p:spPr bwMode="auto">
            <a:xfrm>
              <a:off x="7184650" y="4743603"/>
              <a:ext cx="319703" cy="318444"/>
            </a:xfrm>
            <a:prstGeom prst="ellipse">
              <a:avLst/>
            </a:prstGeom>
            <a:gradFill rotWithShape="0">
              <a:gsLst>
                <a:gs pos="0">
                  <a:srgbClr val="009999"/>
                </a:gs>
                <a:gs pos="100000">
                  <a:srgbClr val="004747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74" name="Oval 99"/>
            <p:cNvSpPr>
              <a:spLocks noChangeArrowheads="1"/>
            </p:cNvSpPr>
            <p:nvPr/>
          </p:nvSpPr>
          <p:spPr bwMode="auto">
            <a:xfrm>
              <a:off x="7857893" y="3786340"/>
              <a:ext cx="319703" cy="31844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75" name="Oval 86"/>
            <p:cNvSpPr>
              <a:spLocks noChangeArrowheads="1"/>
            </p:cNvSpPr>
            <p:nvPr/>
          </p:nvSpPr>
          <p:spPr bwMode="auto">
            <a:xfrm>
              <a:off x="6005016" y="2954524"/>
              <a:ext cx="192522" cy="191067"/>
            </a:xfrm>
            <a:prstGeom prst="ellipse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76" name="Oval 86"/>
            <p:cNvSpPr>
              <a:spLocks noChangeArrowheads="1"/>
            </p:cNvSpPr>
            <p:nvPr/>
          </p:nvSpPr>
          <p:spPr bwMode="auto">
            <a:xfrm>
              <a:off x="5982847" y="4361470"/>
              <a:ext cx="192522" cy="191066"/>
            </a:xfrm>
            <a:prstGeom prst="ellipse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path path="rect">
                <a:fillToRect r="100000" b="100000"/>
              </a:path>
            </a:gradFill>
            <a:ln w="28575">
              <a:noFill/>
              <a:round/>
              <a:headEnd/>
              <a:tailEnd/>
            </a:ln>
            <a:effectLst>
              <a:outerShdw dist="56796" dir="3806097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ko-KR" altLang="ko-KR" sz="1600" b="1">
                <a:solidFill>
                  <a:schemeClr val="bg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277" name="직사각형 276"/>
          <p:cNvSpPr/>
          <p:nvPr/>
        </p:nvSpPr>
        <p:spPr bwMode="auto">
          <a:xfrm>
            <a:off x="962025" y="2013173"/>
            <a:ext cx="1881188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서울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경기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인천  </a:t>
            </a:r>
            <a:endParaRPr kumimoji="0" lang="en-US" altLang="ko-KR" sz="1400" dirty="0">
              <a:solidFill>
                <a:srgbClr val="000000"/>
              </a:solidFill>
              <a:latin typeface="+mj-ea"/>
              <a:ea typeface="+mj-ea"/>
            </a:endParaRPr>
          </a:p>
          <a:p>
            <a:pPr algn="r">
              <a:defRPr/>
            </a:pPr>
            <a:r>
              <a:rPr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본사 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4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명 </a:t>
            </a:r>
          </a:p>
        </p:txBody>
      </p:sp>
      <p:sp>
        <p:nvSpPr>
          <p:cNvPr id="278" name="직사각형 277"/>
          <p:cNvSpPr/>
          <p:nvPr/>
        </p:nvSpPr>
        <p:spPr bwMode="auto">
          <a:xfrm>
            <a:off x="595313" y="3013298"/>
            <a:ext cx="2357437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충북 청주 </a:t>
            </a:r>
          </a:p>
        </p:txBody>
      </p:sp>
      <p:sp>
        <p:nvSpPr>
          <p:cNvPr id="279" name="직사각형 278"/>
          <p:cNvSpPr/>
          <p:nvPr/>
        </p:nvSpPr>
        <p:spPr bwMode="auto">
          <a:xfrm>
            <a:off x="4557713" y="1803623"/>
            <a:ext cx="2217737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강원 </a:t>
            </a:r>
          </a:p>
          <a:p>
            <a:pPr>
              <a:defRPr/>
            </a:pP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춘천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원주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강릉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속초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)             </a:t>
            </a:r>
          </a:p>
        </p:txBody>
      </p:sp>
      <p:sp>
        <p:nvSpPr>
          <p:cNvPr id="280" name="직사각형 279"/>
          <p:cNvSpPr/>
          <p:nvPr/>
        </p:nvSpPr>
        <p:spPr bwMode="auto">
          <a:xfrm>
            <a:off x="323850" y="3599085"/>
            <a:ext cx="2357438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충남 천안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당진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보령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논산 </a:t>
            </a:r>
          </a:p>
        </p:txBody>
      </p:sp>
      <p:sp>
        <p:nvSpPr>
          <p:cNvPr id="281" name="직사각형 280"/>
          <p:cNvSpPr/>
          <p:nvPr/>
        </p:nvSpPr>
        <p:spPr bwMode="auto">
          <a:xfrm>
            <a:off x="4600575" y="3179985"/>
            <a:ext cx="1928813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     충북 충주 제천             </a:t>
            </a:r>
          </a:p>
        </p:txBody>
      </p:sp>
      <p:sp>
        <p:nvSpPr>
          <p:cNvPr id="282" name="직사각형 281"/>
          <p:cNvSpPr/>
          <p:nvPr/>
        </p:nvSpPr>
        <p:spPr bwMode="auto">
          <a:xfrm>
            <a:off x="5514975" y="4070573"/>
            <a:ext cx="177482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대구 경북안동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문경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포항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구미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김천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경주 </a:t>
            </a:r>
          </a:p>
        </p:txBody>
      </p:sp>
      <p:sp>
        <p:nvSpPr>
          <p:cNvPr id="283" name="직사각형 282"/>
          <p:cNvSpPr/>
          <p:nvPr/>
        </p:nvSpPr>
        <p:spPr bwMode="auto">
          <a:xfrm>
            <a:off x="4762500" y="5061173"/>
            <a:ext cx="2000250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울산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 부산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 경남마산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김해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함양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진주</a:t>
            </a:r>
          </a:p>
        </p:txBody>
      </p:sp>
      <p:sp>
        <p:nvSpPr>
          <p:cNvPr id="284" name="직사각형 283"/>
          <p:cNvSpPr/>
          <p:nvPr/>
        </p:nvSpPr>
        <p:spPr bwMode="auto">
          <a:xfrm>
            <a:off x="1666875" y="3856260"/>
            <a:ext cx="1143000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대전 </a:t>
            </a:r>
          </a:p>
        </p:txBody>
      </p:sp>
      <p:sp>
        <p:nvSpPr>
          <p:cNvPr id="285" name="직사각형 284"/>
          <p:cNvSpPr/>
          <p:nvPr/>
        </p:nvSpPr>
        <p:spPr bwMode="auto">
          <a:xfrm>
            <a:off x="785813" y="4480148"/>
            <a:ext cx="2198687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전북 전주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군산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정읍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남원</a:t>
            </a:r>
          </a:p>
        </p:txBody>
      </p:sp>
      <p:sp>
        <p:nvSpPr>
          <p:cNvPr id="286" name="직사각형 285"/>
          <p:cNvSpPr/>
          <p:nvPr/>
        </p:nvSpPr>
        <p:spPr bwMode="auto">
          <a:xfrm>
            <a:off x="1357313" y="4765898"/>
            <a:ext cx="1627187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kumimoji="0" lang="ko-KR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87" name="직사각형 286"/>
          <p:cNvSpPr/>
          <p:nvPr/>
        </p:nvSpPr>
        <p:spPr bwMode="auto">
          <a:xfrm>
            <a:off x="180975" y="5656485"/>
            <a:ext cx="2857500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광주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 전남목포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광양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순천</a:t>
            </a:r>
            <a:r>
              <a:rPr kumimoji="0" lang="en-US" altLang="ko-KR" sz="1400" dirty="0">
                <a:solidFill>
                  <a:srgbClr val="000000"/>
                </a:solidFill>
                <a:latin typeface="+mj-ea"/>
                <a:ea typeface="+mj-ea"/>
              </a:rPr>
              <a:t>),</a:t>
            </a: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해남</a:t>
            </a:r>
          </a:p>
        </p:txBody>
      </p:sp>
      <p:sp>
        <p:nvSpPr>
          <p:cNvPr id="288" name="직사각형 287"/>
          <p:cNvSpPr/>
          <p:nvPr/>
        </p:nvSpPr>
        <p:spPr bwMode="auto">
          <a:xfrm>
            <a:off x="1776413" y="6308948"/>
            <a:ext cx="1700212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kumimoji="0" lang="ko-KR" altLang="en-US" sz="1400" dirty="0">
                <a:solidFill>
                  <a:srgbClr val="000000"/>
                </a:solidFill>
                <a:latin typeface="+mj-ea"/>
                <a:ea typeface="+mj-ea"/>
              </a:rPr>
              <a:t>제주</a:t>
            </a:r>
          </a:p>
        </p:txBody>
      </p:sp>
      <p:pic>
        <p:nvPicPr>
          <p:cNvPr id="294" name="그림 29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84274" y="1296806"/>
            <a:ext cx="1610213" cy="957138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95" name="직사각형 294"/>
          <p:cNvSpPr/>
          <p:nvPr/>
        </p:nvSpPr>
        <p:spPr>
          <a:xfrm>
            <a:off x="8571800" y="2368296"/>
            <a:ext cx="3125620" cy="609600"/>
          </a:xfrm>
          <a:prstGeom prst="rect">
            <a:avLst/>
          </a:prstGeom>
          <a:solidFill>
            <a:schemeClr val="accent4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고객센타</a:t>
            </a:r>
            <a:r>
              <a:rPr lang="ko-KR" altLang="en-US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1670-4431</a:t>
            </a:r>
            <a:endParaRPr lang="ko-KR" altLang="en-US" b="1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8743405" y="3123107"/>
            <a:ext cx="2815991" cy="39647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전국 </a:t>
            </a:r>
            <a:r>
              <a:rPr lang="en-US" altLang="ko-KR" sz="1600" b="1" dirty="0">
                <a:solidFill>
                  <a:schemeClr val="tx1"/>
                </a:solidFill>
              </a:rPr>
              <a:t>10</a:t>
            </a:r>
            <a:r>
              <a:rPr lang="ko-KR" altLang="en-US" sz="1600" b="1" dirty="0">
                <a:solidFill>
                  <a:schemeClr val="tx1"/>
                </a:solidFill>
              </a:rPr>
              <a:t>개 지부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10189870" y="3617275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대전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충남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8757885" y="3617275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서울</a:t>
            </a:r>
            <a:r>
              <a:rPr lang="en-US" altLang="ko-KR" sz="1600" b="1" dirty="0">
                <a:solidFill>
                  <a:schemeClr val="tx1"/>
                </a:solidFill>
              </a:rPr>
              <a:t>,</a:t>
            </a:r>
            <a:r>
              <a:rPr lang="ko-KR" altLang="en-US" sz="1600" b="1" dirty="0">
                <a:solidFill>
                  <a:schemeClr val="tx1"/>
                </a:solidFill>
              </a:rPr>
              <a:t>수도권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10189870" y="4083100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충북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동부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8757885" y="4083100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충북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서부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10207123" y="4548928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전주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전북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8775138" y="4548928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광주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전남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10207123" y="5014753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대국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경북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8775138" y="5014753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부산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경남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10224375" y="5480579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제주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8792390" y="5480579"/>
            <a:ext cx="1363980" cy="419885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강원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25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345057" y="1544127"/>
            <a:ext cx="11559396" cy="28467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23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303" y="161962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en-US" altLang="ko-KR" sz="2400" dirty="0"/>
              <a:t>. </a:t>
            </a:r>
            <a:r>
              <a:rPr lang="ko-KR" altLang="en-US" sz="2400" dirty="0"/>
              <a:t>업무수행 방안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7347" y="848765"/>
            <a:ext cx="3710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3) </a:t>
            </a:r>
            <a:r>
              <a:rPr lang="ko-KR" altLang="en-US" sz="2000" dirty="0"/>
              <a:t>민원 </a:t>
            </a:r>
            <a:r>
              <a:rPr lang="ko-KR" altLang="en-US" sz="2000" dirty="0" err="1"/>
              <a:t>처리및</a:t>
            </a:r>
            <a:r>
              <a:rPr lang="ko-KR" altLang="en-US" sz="2000" dirty="0"/>
              <a:t> 유지보수시스템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23202" y="1922844"/>
            <a:ext cx="1610213" cy="957138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/>
          <p:cNvSpPr/>
          <p:nvPr/>
        </p:nvSpPr>
        <p:spPr>
          <a:xfrm>
            <a:off x="2938443" y="2910840"/>
            <a:ext cx="1600200" cy="60960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tx1"/>
                </a:solidFill>
              </a:rPr>
              <a:t>고객센타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1670-4431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92058" y="2979852"/>
            <a:ext cx="1564544" cy="117808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고객 불만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민원발생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938443" y="3549194"/>
            <a:ext cx="1600200" cy="60960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현장직원</a:t>
            </a:r>
          </a:p>
        </p:txBody>
      </p:sp>
      <p:sp>
        <p:nvSpPr>
          <p:cNvPr id="24" name="오른쪽 화살표 23"/>
          <p:cNvSpPr/>
          <p:nvPr/>
        </p:nvSpPr>
        <p:spPr>
          <a:xfrm>
            <a:off x="2242866" y="2449900"/>
            <a:ext cx="638355" cy="983411"/>
          </a:xfrm>
          <a:prstGeom prst="rightArrow">
            <a:avLst>
              <a:gd name="adj1" fmla="val 6403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250325" y="1892923"/>
            <a:ext cx="1600200" cy="1074563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즉시 조치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250326" y="3031609"/>
            <a:ext cx="1600200" cy="1074563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사후조치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975606" y="1892924"/>
            <a:ext cx="4739066" cy="1074563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ko-KR" altLang="en-US" sz="1600" b="1" dirty="0">
                <a:solidFill>
                  <a:schemeClr val="tx1"/>
                </a:solidFill>
              </a:rPr>
              <a:t> 행사 진행에 문제없도록 즉각적이고 신속한 조치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958353" y="2997105"/>
            <a:ext cx="4739065" cy="1074563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r>
              <a:rPr lang="ko-KR" altLang="en-US" sz="1600" b="1" dirty="0">
                <a:solidFill>
                  <a:schemeClr val="tx1"/>
                </a:solidFill>
              </a:rPr>
              <a:t> 분기별 민원 </a:t>
            </a:r>
            <a:r>
              <a:rPr lang="ko-KR" altLang="en-US" sz="1600" b="1" dirty="0" err="1">
                <a:solidFill>
                  <a:schemeClr val="tx1"/>
                </a:solidFill>
              </a:rPr>
              <a:t>데이타</a:t>
            </a:r>
            <a:r>
              <a:rPr lang="ko-KR" altLang="en-US" sz="1600" b="1" dirty="0">
                <a:solidFill>
                  <a:schemeClr val="tx1"/>
                </a:solidFill>
              </a:rPr>
              <a:t> 분석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r>
              <a:rPr lang="en-US" altLang="ko-KR" sz="1600" b="1" dirty="0">
                <a:solidFill>
                  <a:schemeClr val="tx1"/>
                </a:solidFill>
              </a:rPr>
              <a:t>      -&gt; </a:t>
            </a:r>
            <a:r>
              <a:rPr lang="ko-KR" altLang="en-US" sz="1600" b="1" dirty="0">
                <a:solidFill>
                  <a:schemeClr val="tx1"/>
                </a:solidFill>
              </a:rPr>
              <a:t>불만사항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문제점 도출 및 개선방안 모색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31" name="오른쪽 화살표 30"/>
          <p:cNvSpPr/>
          <p:nvPr/>
        </p:nvSpPr>
        <p:spPr>
          <a:xfrm>
            <a:off x="4571997" y="2432647"/>
            <a:ext cx="638355" cy="983411"/>
          </a:xfrm>
          <a:prstGeom prst="rightArrow">
            <a:avLst>
              <a:gd name="adj1" fmla="val 6403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순서도: 병합 31"/>
          <p:cNvSpPr/>
          <p:nvPr/>
        </p:nvSpPr>
        <p:spPr>
          <a:xfrm rot="10800000">
            <a:off x="416180" y="4468485"/>
            <a:ext cx="11348400" cy="741872"/>
          </a:xfrm>
          <a:prstGeom prst="flowChartMerg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정육면체 33"/>
          <p:cNvSpPr/>
          <p:nvPr/>
        </p:nvSpPr>
        <p:spPr>
          <a:xfrm>
            <a:off x="379562" y="5244862"/>
            <a:ext cx="11524891" cy="1000664"/>
          </a:xfrm>
          <a:prstGeom prst="cube">
            <a:avLst>
              <a:gd name="adj" fmla="val 1120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민원 발생시 신속한 대처 및 조치를 위하여 본사 상조팀장이 직접 담당</a:t>
            </a:r>
            <a:r>
              <a:rPr lang="en-US" altLang="ko-KR" dirty="0"/>
              <a:t>, </a:t>
            </a:r>
            <a:r>
              <a:rPr lang="ko-KR" altLang="en-US" dirty="0"/>
              <a:t>총괄 지휘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92058" y="1999674"/>
            <a:ext cx="1564544" cy="861060"/>
          </a:xfrm>
          <a:prstGeom prst="rect">
            <a:avLst/>
          </a:prstGeom>
          <a:solidFill>
            <a:schemeClr val="bg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</a:rPr>
              <a:t>기업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25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24</a:t>
            </a:fld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5503" y="133387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549236" y="1267218"/>
            <a:ext cx="8742857" cy="53731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무료 상조 컨설팅</a:t>
            </a:r>
            <a:r>
              <a:rPr lang="en-US" altLang="ko-KR" sz="24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 err="1">
                <a:solidFill>
                  <a:schemeClr val="tx1"/>
                </a:solidFill>
                <a:latin typeface="+mj-ea"/>
                <a:ea typeface="+mj-ea"/>
              </a:rPr>
              <a:t>사전상담</a:t>
            </a:r>
            <a:r>
              <a:rPr lang="en-US" altLang="ko-KR" sz="2400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이 필요한 이유</a:t>
            </a:r>
            <a:endParaRPr lang="en-US" altLang="ko-KR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장례식장</a:t>
            </a:r>
            <a:r>
              <a:rPr lang="en-US" altLang="ko-KR" sz="2400" b="1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상조회사 비교</a:t>
            </a:r>
            <a:endParaRPr lang="en-US" altLang="ko-KR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err="1">
                <a:solidFill>
                  <a:schemeClr val="tx1"/>
                </a:solidFill>
                <a:latin typeface="+mj-ea"/>
                <a:ea typeface="+mj-ea"/>
              </a:rPr>
              <a:t>상조회사의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400" b="1" dirty="0" err="1">
                <a:solidFill>
                  <a:schemeClr val="tx1"/>
                </a:solidFill>
                <a:latin typeface="+mj-ea"/>
                <a:ea typeface="+mj-ea"/>
              </a:rPr>
              <a:t>장례서비스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 문제점</a:t>
            </a:r>
            <a:endParaRPr lang="en-US" altLang="ko-KR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표준장례용품</a:t>
            </a:r>
            <a:endParaRPr lang="en-US" altLang="ko-KR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err="1">
                <a:solidFill>
                  <a:schemeClr val="tx1"/>
                </a:solidFill>
                <a:latin typeface="+mj-ea"/>
                <a:ea typeface="+mj-ea"/>
              </a:rPr>
              <a:t>근조기</a:t>
            </a:r>
            <a:r>
              <a:rPr lang="ko-KR" altLang="en-US" sz="2400" b="1" dirty="0">
                <a:solidFill>
                  <a:schemeClr val="tx1"/>
                </a:solidFill>
                <a:latin typeface="+mj-ea"/>
                <a:ea typeface="+mj-ea"/>
              </a:rPr>
              <a:t> 및 도우미 조끼 적용사례</a:t>
            </a:r>
            <a:endParaRPr lang="en-US" altLang="ko-KR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2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0205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25</a:t>
            </a:fld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46528" y="1015658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무료 상조컨설팅</a:t>
            </a:r>
            <a:r>
              <a:rPr lang="en-US" altLang="ko-KR" dirty="0"/>
              <a:t>(</a:t>
            </a:r>
            <a:r>
              <a:rPr lang="ko-KR" altLang="en-US" dirty="0"/>
              <a:t>사전상담</a:t>
            </a:r>
            <a:r>
              <a:rPr lang="en-US" altLang="ko-KR" dirty="0"/>
              <a:t>) </a:t>
            </a:r>
            <a:r>
              <a:rPr lang="ko-KR" altLang="en-US" dirty="0"/>
              <a:t>이 꼭 필요한 이유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504381" y="2336469"/>
            <a:ext cx="1985595" cy="9578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장례절차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예법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7647805" y="2336468"/>
            <a:ext cx="4073219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임종 시 준비사항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일자별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장례절차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종교별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예식절차 등을 사전에 안내하여 드립니다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0" name="오른쪽 화살표 9"/>
          <p:cNvSpPr/>
          <p:nvPr/>
        </p:nvSpPr>
        <p:spPr>
          <a:xfrm>
            <a:off x="6546233" y="2336467"/>
            <a:ext cx="1101571" cy="4031287"/>
          </a:xfrm>
          <a:prstGeom prst="rightArrow">
            <a:avLst>
              <a:gd name="adj1" fmla="val 100000"/>
              <a:gd name="adj2" fmla="val 60797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사전상담</a:t>
            </a:r>
          </a:p>
        </p:txBody>
      </p:sp>
      <p:sp>
        <p:nvSpPr>
          <p:cNvPr id="11" name="직사각형 10"/>
          <p:cNvSpPr/>
          <p:nvPr/>
        </p:nvSpPr>
        <p:spPr bwMode="auto">
          <a:xfrm>
            <a:off x="2761587" y="2336467"/>
            <a:ext cx="3709546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장례가 발생하면 유족은 경황이 없게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되므로 무엇부터 해야 할 지 막막 합니다</a:t>
            </a:r>
          </a:p>
        </p:txBody>
      </p:sp>
      <p:sp>
        <p:nvSpPr>
          <p:cNvPr id="12" name="직사각형 11"/>
          <p:cNvSpPr/>
          <p:nvPr/>
        </p:nvSpPr>
        <p:spPr bwMode="auto">
          <a:xfrm>
            <a:off x="504381" y="3360953"/>
            <a:ext cx="1985595" cy="9578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장례식장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선정시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647805" y="3360952"/>
            <a:ext cx="4073219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ea typeface="굴림" panose="020B0600000101010101" pitchFamily="50" charset="-127"/>
              </a:rPr>
              <a:t>전국의 장례식장 정보를 통한 장례비용과 장례시설 등을 사전에 안내하여 드립니다</a:t>
            </a:r>
            <a:r>
              <a:rPr lang="en-US" altLang="ko-KR" sz="1400" dirty="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rPr>
              <a:t>.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2761587" y="3360951"/>
            <a:ext cx="3709546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장례식장에 따라 장례비용은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배이상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차이가 나며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장례식장을 중간에 변경 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수 없습니다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 bwMode="auto">
          <a:xfrm>
            <a:off x="504381" y="4385437"/>
            <a:ext cx="1985595" cy="9578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장묘시설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선정시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7647805" y="4385436"/>
            <a:ext cx="4073219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전국의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장묘시설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정보를 통한 시설정보를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제공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2761587" y="4385435"/>
            <a:ext cx="3709546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장묘시설은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가격보다는 교통편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편의시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설이중요하나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사전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확인없이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계약하고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0" name="직사각형 19"/>
          <p:cNvSpPr/>
          <p:nvPr/>
        </p:nvSpPr>
        <p:spPr bwMode="auto">
          <a:xfrm>
            <a:off x="504381" y="5409921"/>
            <a:ext cx="1985595" cy="95783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장례비용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7647805" y="5409920"/>
            <a:ext cx="4073219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ea typeface="굴림" panose="020B0600000101010101" pitchFamily="50" charset="-127"/>
              </a:rPr>
              <a:t>사전상담을 통하여 최적의 장례계획 및 비용과</a:t>
            </a:r>
            <a:endParaRPr lang="en-US" altLang="ko-KR" sz="1400" dirty="0">
              <a:solidFill>
                <a:schemeClr val="tx1"/>
              </a:solidFill>
              <a:ea typeface="굴림" panose="020B0600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ea typeface="굴림" panose="020B0600000101010101" pitchFamily="50" charset="-127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ea typeface="굴림" panose="020B0600000101010101" pitchFamily="50" charset="-127"/>
              </a:rPr>
              <a:t> 함께  </a:t>
            </a:r>
            <a:r>
              <a:rPr lang="en-US" altLang="ko-KR" sz="1400" dirty="0">
                <a:solidFill>
                  <a:schemeClr val="tx1"/>
                </a:solidFill>
                <a:ea typeface="굴림" panose="020B0600000101010101" pitchFamily="50" charset="-127"/>
              </a:rPr>
              <a:t>200</a:t>
            </a:r>
            <a:r>
              <a:rPr lang="ko-KR" altLang="en-US" sz="1400" dirty="0">
                <a:solidFill>
                  <a:schemeClr val="tx1"/>
                </a:solidFill>
                <a:ea typeface="굴림" panose="020B0600000101010101" pitchFamily="50" charset="-127"/>
              </a:rPr>
              <a:t>만원 </a:t>
            </a:r>
            <a:r>
              <a:rPr lang="en-US" altLang="ko-KR" sz="1400" dirty="0">
                <a:solidFill>
                  <a:schemeClr val="tx1"/>
                </a:solidFill>
                <a:ea typeface="굴림" panose="020B0600000101010101" pitchFamily="50" charset="-127"/>
              </a:rPr>
              <a:t>~ 500</a:t>
            </a:r>
            <a:r>
              <a:rPr lang="ko-KR" altLang="en-US" sz="1400" dirty="0">
                <a:solidFill>
                  <a:schemeClr val="tx1"/>
                </a:solidFill>
                <a:ea typeface="굴림" panose="020B0600000101010101" pitchFamily="50" charset="-127"/>
              </a:rPr>
              <a:t>만원을 절감할 수 있습니다</a:t>
            </a:r>
            <a:r>
              <a:rPr lang="en-US" altLang="ko-KR" sz="1400" dirty="0">
                <a:solidFill>
                  <a:schemeClr val="tx1"/>
                </a:solidFill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2" name="직사각형 21"/>
          <p:cNvSpPr/>
          <p:nvPr/>
        </p:nvSpPr>
        <p:spPr bwMode="auto">
          <a:xfrm>
            <a:off x="2761587" y="5409919"/>
            <a:ext cx="3709546" cy="9578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유족은 장례용품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장례예식비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장묘비용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등 총 장례비용을 사전에 예측할 수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없습니다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04381" y="1777022"/>
            <a:ext cx="1985595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구 분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761587" y="1777022"/>
            <a:ext cx="3709546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일반적인 현상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7647804" y="1777022"/>
            <a:ext cx="4073220" cy="430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사전상담을 받을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503" y="133387"/>
            <a:ext cx="3012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2377553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26</a:t>
            </a:fld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46528" y="1015658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장례식장</a:t>
            </a:r>
            <a:r>
              <a:rPr lang="en-US" altLang="ko-KR" dirty="0"/>
              <a:t>/</a:t>
            </a:r>
            <a:r>
              <a:rPr lang="ko-KR" altLang="en-US" dirty="0"/>
              <a:t>상조회사와 비교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1429979" y="1505248"/>
            <a:ext cx="9303674" cy="125202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그동안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유족들은 장례가 발생하면 장례식장 또는 상조회사에 의존 하였으나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   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장례서비스에 대한 소비자의 불만이 높아 소비자보호원 및 각종언론에 민원이 끊이지  않고 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따라서 장례식장 및 상조회사의 장단점을 이해하고  장례서비스 내용을  비교하신 후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장례계획을 세우셔야 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28" y="3139877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상조회사의 장례서비스 문제점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1444037" y="3601330"/>
            <a:ext cx="9303674" cy="31230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현재 국내에는 약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300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개의 상조회사가 있으나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아직까지 상조회사 설립 및 감독에 관한 법령이 마련되지 않아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상조회사의 부실경영 등으로 도산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파산 시 소비자가 납입한 돈을 보호할 수 있는 안전장치가 전혀 없다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상조 회사들은 소비자보호를 위하여 이행보증에 가입되었다고 홍보하고 있으나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이는 보험회사에 보증보험을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가입한 것이 아니라 상조 회사들이 자체적으로 만들어 운영하는 보증회사로 법적인 근거도 없고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법적인 보호     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받을 수 없다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상조 회사들은 보험회사에 생산물 배상책임보험을 가입하였다고 현혹하고 있으나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이는 장례용품 이용에 따른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배상책임보험으로 상조회사의 도산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파산 시 고객이 납입한 돈과는 전혀 관계가 없다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171450" indent="-1714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 fontAlgn="t"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최근에는 상조 회사간에 경쟁이 치열하면서 모집조직 스카우트 과열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과도한 영업수당 지급 등 부실경영으로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fontAlgn="t">
              <a:spcBef>
                <a:spcPct val="20000"/>
              </a:spcBef>
              <a:buSzPct val="90000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도산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폐업하는 상조회사가 급증하고 있어 사회적인 문제가 되고 있으므로 주의해야 한다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1395153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050" smtClean="0"/>
              <a:pPr algn="ctr"/>
              <a:t>27</a:t>
            </a:fld>
            <a:endParaRPr lang="ko-KR" alt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346528" y="973454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표준 장례 용품</a:t>
            </a:r>
          </a:p>
        </p:txBody>
      </p:sp>
      <p:graphicFrame>
        <p:nvGraphicFramePr>
          <p:cNvPr id="8" name="Group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6282773"/>
              </p:ext>
            </p:extLst>
          </p:nvPr>
        </p:nvGraphicFramePr>
        <p:xfrm>
          <a:off x="1436094" y="1474769"/>
          <a:ext cx="9072472" cy="5268020"/>
        </p:xfrm>
        <a:graphic>
          <a:graphicData uri="http://schemas.openxmlformats.org/drawingml/2006/table">
            <a:tbl>
              <a:tblPr/>
              <a:tblGrid>
                <a:gridCol w="907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3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20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두루마기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저고리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속저고리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겉바지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속바지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베개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면모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면포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행전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버선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오낭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도포끈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허리끈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대님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염포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악수                                  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18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원삼띠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겉치마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속치마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저고리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속저고리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겉바지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속바지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지금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베개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면모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면포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버선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오낭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염포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악수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*오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낭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입관 시 고인의 손톱 발톱 머리털을 잘라 담는 삼베주머니                                                                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수의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오동나무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칠성판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시신을 받치는 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입관 시 사용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병풍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자택 행사 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촛대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향로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향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잔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잔대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18" descr="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94" y="3436040"/>
            <a:ext cx="1987171" cy="103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9" descr="칠성판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82" y="3436041"/>
            <a:ext cx="1987171" cy="111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0" descr="한지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63" y="3450108"/>
            <a:ext cx="2073570" cy="103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1" descr="향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82" y="5161975"/>
            <a:ext cx="1987171" cy="127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2" descr="향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559" y="5255497"/>
            <a:ext cx="2073570" cy="111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3" descr="촛대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94" y="5246822"/>
            <a:ext cx="1900773" cy="111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4" descr="병풍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132" y="3436040"/>
            <a:ext cx="2073570" cy="103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5" descr="잔대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472" y="5247261"/>
            <a:ext cx="1987172" cy="107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6" descr="삼베수의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94" y="1683441"/>
            <a:ext cx="1987171" cy="127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1728279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28</a:t>
            </a:fld>
            <a:endParaRPr lang="ko-KR" altLang="en-US" sz="1100" dirty="0"/>
          </a:p>
        </p:txBody>
      </p:sp>
      <p:graphicFrame>
        <p:nvGraphicFramePr>
          <p:cNvPr id="18" name="Group 4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384055"/>
              </p:ext>
            </p:extLst>
          </p:nvPr>
        </p:nvGraphicFramePr>
        <p:xfrm>
          <a:off x="1216872" y="1244310"/>
          <a:ext cx="9713728" cy="5538527"/>
        </p:xfrm>
        <a:graphic>
          <a:graphicData uri="http://schemas.openxmlformats.org/drawingml/2006/table">
            <a:tbl>
              <a:tblPr/>
              <a:tblGrid>
                <a:gridCol w="9713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4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멧베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시신에 수의를 입힌 후             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염베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(=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염보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입관시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관에                       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습신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시신에 신기는 신발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혼백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빈소에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모시는패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시신을 결박할 때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깔아 시신을 감아 덮어줌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5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예단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청실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홍실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짚신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두건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  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복조끼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머리에 두르는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삼베끈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저승과의 결연을 의미                                           남상주가머리에 착용     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며느리가 상복 위에 입음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요질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허리에 두르는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삼베끈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75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굴건제복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남상주의 전통 상복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도포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남상주 전통상복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양복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대여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                                             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두건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혼인한 상주가 입음                             상복 위에 착용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현대식 남 상복                                  남상주가 머리에 착용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" name="Picture 18" descr="장멧베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367" y="1312847"/>
            <a:ext cx="1618955" cy="121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9" descr="염베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511" y="1312847"/>
            <a:ext cx="1618955" cy="121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0" descr="습신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991" y="1312847"/>
            <a:ext cx="1618955" cy="11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현훈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29" y="3134031"/>
            <a:ext cx="1618955" cy="11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4" descr="복조씨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053" y="3134031"/>
            <a:ext cx="1618955" cy="11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5" descr="요절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063" y="3077759"/>
            <a:ext cx="1630197" cy="121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6" descr="두건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136" y="4865382"/>
            <a:ext cx="1618955" cy="1375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7" descr="굴건제복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367" y="4865382"/>
            <a:ext cx="1618955" cy="1375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8" descr="도포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511" y="4865382"/>
            <a:ext cx="1618955" cy="1375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3" descr="현대식상복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934" b="19467"/>
          <a:stretch>
            <a:fillRect/>
          </a:stretch>
        </p:blipFill>
        <p:spPr bwMode="auto">
          <a:xfrm>
            <a:off x="6393791" y="4885310"/>
            <a:ext cx="899419" cy="1375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4" descr="혼백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7" t="6609" r="5240" b="6580"/>
          <a:stretch>
            <a:fillRect/>
          </a:stretch>
        </p:blipFill>
        <p:spPr bwMode="auto">
          <a:xfrm>
            <a:off x="8405456" y="1389046"/>
            <a:ext cx="1798839" cy="105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5" descr="집신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173" y="3134031"/>
            <a:ext cx="989361" cy="11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6" descr="두건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0" r="10336" b="5055"/>
          <a:stretch>
            <a:fillRect/>
          </a:stretch>
        </p:blipFill>
        <p:spPr bwMode="auto">
          <a:xfrm>
            <a:off x="4472373" y="3134030"/>
            <a:ext cx="989361" cy="105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1139281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29</a:t>
            </a:fld>
            <a:endParaRPr lang="ko-KR" altLang="en-US" sz="1100" dirty="0"/>
          </a:p>
        </p:txBody>
      </p:sp>
      <p:graphicFrame>
        <p:nvGraphicFramePr>
          <p:cNvPr id="19" name="Group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103140"/>
              </p:ext>
            </p:extLst>
          </p:nvPr>
        </p:nvGraphicFramePr>
        <p:xfrm>
          <a:off x="1120725" y="1125416"/>
          <a:ext cx="9992751" cy="5685266"/>
        </p:xfrm>
        <a:graphic>
          <a:graphicData uri="http://schemas.openxmlformats.org/drawingml/2006/table">
            <a:tbl>
              <a:tblPr/>
              <a:tblGrid>
                <a:gridCol w="9992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99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여상복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검정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여상복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흰색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상장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상주가 쓰는 지팡이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완장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흰장갑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                              남상주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대나무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여상주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오동나무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9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관보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관에 씌우는 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다라니경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고인이 불자인 경우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부의록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축문            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명정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종교별로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다름                                                                                                            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신명에게 고하는 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(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종교별다름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0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상중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선두차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리본                                횡대                                                   위패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상중임을 알리는 표지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                                                    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하관 후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시토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전에 관 위에 덮는 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(7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3" name="Picture 18" descr="작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945" y="1155746"/>
            <a:ext cx="1762740" cy="124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19" descr="검은치마저고리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829" y="1155746"/>
            <a:ext cx="1762740" cy="124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20" descr="여상복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853" y="1155746"/>
            <a:ext cx="1762740" cy="124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21" descr="완장장갑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632" y="1203372"/>
            <a:ext cx="3005998" cy="116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2" descr="다라니경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785" y="2961545"/>
            <a:ext cx="1762740" cy="1325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3" descr="부의록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877" y="2961545"/>
            <a:ext cx="1762740" cy="1325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4" descr="축문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64" y="2961545"/>
            <a:ext cx="1214073" cy="1325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5" descr="상중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761" y="4849835"/>
            <a:ext cx="1762740" cy="1325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6" descr="선두차리본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921" y="4926035"/>
            <a:ext cx="1762740" cy="124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5" descr="위폐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4" t="5605" r="9259" b="8173"/>
          <a:stretch>
            <a:fillRect/>
          </a:stretch>
        </p:blipFill>
        <p:spPr bwMode="auto">
          <a:xfrm>
            <a:off x="8953539" y="4891269"/>
            <a:ext cx="840512" cy="124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6" descr="명정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795" y="3094895"/>
            <a:ext cx="1400852" cy="91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37" descr="횡대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6" r="8812"/>
          <a:stretch>
            <a:fillRect/>
          </a:stretch>
        </p:blipFill>
        <p:spPr bwMode="auto">
          <a:xfrm>
            <a:off x="5775606" y="5015579"/>
            <a:ext cx="1681023" cy="99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8" descr="관보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r="13145"/>
          <a:stretch>
            <a:fillRect/>
          </a:stretch>
        </p:blipFill>
        <p:spPr bwMode="auto">
          <a:xfrm>
            <a:off x="1562688" y="3037746"/>
            <a:ext cx="1681023" cy="107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149082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35391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30</a:t>
            </a:fld>
            <a:endParaRPr lang="ko-KR" altLang="en-US" sz="1100" dirty="0"/>
          </a:p>
        </p:txBody>
      </p:sp>
      <p:graphicFrame>
        <p:nvGraphicFramePr>
          <p:cNvPr id="18" name="Group 10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944566"/>
              </p:ext>
            </p:extLst>
          </p:nvPr>
        </p:nvGraphicFramePr>
        <p:xfrm>
          <a:off x="1070316" y="1195753"/>
          <a:ext cx="10085364" cy="5500468"/>
        </p:xfrm>
        <a:graphic>
          <a:graphicData uri="http://schemas.openxmlformats.org/drawingml/2006/table">
            <a:tbl>
              <a:tblPr/>
              <a:tblGrid>
                <a:gridCol w="10085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조기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조등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알코올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탈지면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상가임을 알리는 기                                           상가임을 알리는 등                                       시신을 닦는 용도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4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영정 액자 리본                                                    베개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초석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보공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                                                                      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시신과 관 벽  사이의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빈곳을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채워 시신이 흔들리지 않도록 함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0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5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장의 리무진                                                       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엠블런스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장의버스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" name="Picture 1042" descr="조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084" y="1277813"/>
            <a:ext cx="2780706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043" descr="조등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473" y="1277813"/>
            <a:ext cx="2482774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044" descr="액자리본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879" y="3151159"/>
            <a:ext cx="2780706" cy="1153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045" descr="알콜탈지면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982" y="1277813"/>
            <a:ext cx="2184840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046" descr="충곽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053" y="3094886"/>
            <a:ext cx="2184840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048" descr="베게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7" y="3151159"/>
            <a:ext cx="2482772" cy="1153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049" descr="엠블런스 이미지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52" y="4920174"/>
            <a:ext cx="2780706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050" descr="버스차량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189" y="4863902"/>
            <a:ext cx="2184840" cy="123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1057" descr="리문진-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26" y="5038578"/>
            <a:ext cx="1787596" cy="98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 descr="cca6390d77135284b1de86f5dfa0602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2675" y="1266826"/>
            <a:ext cx="1581150" cy="122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2245496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35391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z="1100" smtClean="0"/>
              <a:pPr algn="ctr"/>
              <a:t>31</a:t>
            </a:fld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346528" y="860910"/>
            <a:ext cx="521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 err="1"/>
              <a:t>근조기</a:t>
            </a:r>
            <a:r>
              <a:rPr lang="ko-KR" altLang="en-US" dirty="0"/>
              <a:t> 및 도우미 조끼 적용사례</a:t>
            </a:r>
          </a:p>
        </p:txBody>
      </p:sp>
      <p:sp>
        <p:nvSpPr>
          <p:cNvPr id="10" name="정육면체 9"/>
          <p:cNvSpPr/>
          <p:nvPr/>
        </p:nvSpPr>
        <p:spPr>
          <a:xfrm>
            <a:off x="478036" y="1258378"/>
            <a:ext cx="11524891" cy="992453"/>
          </a:xfrm>
          <a:prstGeom prst="cube">
            <a:avLst>
              <a:gd name="adj" fmla="val 1120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회사에서 </a:t>
            </a:r>
            <a:r>
              <a:rPr lang="ko-KR" altLang="en-US" b="1" u="sng" dirty="0">
                <a:solidFill>
                  <a:schemeClr val="bg1"/>
                </a:solidFill>
                <a:latin typeface="+mn-ea"/>
              </a:rPr>
              <a:t>근조기</a:t>
            </a:r>
            <a:r>
              <a:rPr lang="en-US" altLang="ko-KR" b="1" u="sng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u="sng" dirty="0">
                <a:solidFill>
                  <a:schemeClr val="bg1"/>
                </a:solidFill>
                <a:latin typeface="+mn-ea"/>
              </a:rPr>
              <a:t>도우미 조끼 제작</a:t>
            </a:r>
            <a:r>
              <a:rPr lang="en-US" altLang="ko-KR" b="1" u="sng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b="1" u="sng" dirty="0" err="1">
                <a:solidFill>
                  <a:schemeClr val="bg1"/>
                </a:solidFill>
                <a:latin typeface="+mn-ea"/>
              </a:rPr>
              <a:t>제공시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이를 착용하고 서비스함으로써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b="1" u="sng" dirty="0">
                <a:solidFill>
                  <a:schemeClr val="bg1"/>
                </a:solidFill>
                <a:latin typeface="+mn-ea"/>
              </a:rPr>
              <a:t>회사의 복리후생에 대한 홍보효과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를 방문객에게까지 전달할 수 있고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직원의 만족도는 더욱 향상됩니다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1" name="Picture 4" descr="C:\DOCUME~1\letaehee\LOCALS~1\Temp\Hnc\BinData\EMB0ac9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695" y="3797827"/>
            <a:ext cx="7805324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C:\DOCUME~1\letaehee\LOCALS~1\Temp\Hnc\BinData\EMB0ac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688" y="2307823"/>
            <a:ext cx="77231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55503" y="133387"/>
            <a:ext cx="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별첨 </a:t>
            </a:r>
          </a:p>
        </p:txBody>
      </p:sp>
    </p:spTree>
    <p:extLst>
      <p:ext uri="{BB962C8B-B14F-4D97-AF65-F5344CB8AC3E}">
        <p14:creationId xmlns:p14="http://schemas.microsoft.com/office/powerpoint/2010/main" val="194933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677587" y="6810683"/>
            <a:ext cx="2869107" cy="365125"/>
          </a:xfrm>
        </p:spPr>
        <p:txBody>
          <a:bodyPr/>
          <a:lstStyle/>
          <a:p>
            <a:pPr algn="ctr"/>
            <a:fld id="{366340FA-E6D7-40E5-9F09-3AEE4E94929B}" type="slidenum">
              <a:rPr lang="ko-KR" altLang="en-US" smtClean="0"/>
              <a:pPr algn="ctr"/>
              <a:t>32</a:t>
            </a:fld>
            <a:endParaRPr lang="ko-KR" alt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455795" y="3419158"/>
            <a:ext cx="3033713" cy="1498600"/>
            <a:chOff x="1927" y="1117"/>
            <a:chExt cx="1764" cy="944"/>
          </a:xfrm>
        </p:grpSpPr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2566" y="1335"/>
              <a:ext cx="408" cy="292"/>
            </a:xfrm>
            <a:custGeom>
              <a:avLst/>
              <a:gdLst>
                <a:gd name="T0" fmla="*/ 382 w 1308"/>
                <a:gd name="T1" fmla="*/ 1 h 1057"/>
                <a:gd name="T2" fmla="*/ 346 w 1308"/>
                <a:gd name="T3" fmla="*/ 10 h 1057"/>
                <a:gd name="T4" fmla="*/ 286 w 1308"/>
                <a:gd name="T5" fmla="*/ 27 h 1057"/>
                <a:gd name="T6" fmla="*/ 211 w 1308"/>
                <a:gd name="T7" fmla="*/ 52 h 1057"/>
                <a:gd name="T8" fmla="*/ 135 w 1308"/>
                <a:gd name="T9" fmla="*/ 85 h 1057"/>
                <a:gd name="T10" fmla="*/ 66 w 1308"/>
                <a:gd name="T11" fmla="*/ 123 h 1057"/>
                <a:gd name="T12" fmla="*/ 18 w 1308"/>
                <a:gd name="T13" fmla="*/ 167 h 1057"/>
                <a:gd name="T14" fmla="*/ 0 w 1308"/>
                <a:gd name="T15" fmla="*/ 216 h 1057"/>
                <a:gd name="T16" fmla="*/ 7 w 1308"/>
                <a:gd name="T17" fmla="*/ 245 h 1057"/>
                <a:gd name="T18" fmla="*/ 14 w 1308"/>
                <a:gd name="T19" fmla="*/ 254 h 1057"/>
                <a:gd name="T20" fmla="*/ 26 w 1308"/>
                <a:gd name="T21" fmla="*/ 267 h 1057"/>
                <a:gd name="T22" fmla="*/ 48 w 1308"/>
                <a:gd name="T23" fmla="*/ 278 h 1057"/>
                <a:gd name="T24" fmla="*/ 80 w 1308"/>
                <a:gd name="T25" fmla="*/ 288 h 1057"/>
                <a:gd name="T26" fmla="*/ 126 w 1308"/>
                <a:gd name="T27" fmla="*/ 292 h 1057"/>
                <a:gd name="T28" fmla="*/ 188 w 1308"/>
                <a:gd name="T29" fmla="*/ 289 h 1057"/>
                <a:gd name="T30" fmla="*/ 270 w 1308"/>
                <a:gd name="T31" fmla="*/ 275 h 1057"/>
                <a:gd name="T32" fmla="*/ 318 w 1308"/>
                <a:gd name="T33" fmla="*/ 261 h 1057"/>
                <a:gd name="T34" fmla="*/ 318 w 1308"/>
                <a:gd name="T35" fmla="*/ 255 h 1057"/>
                <a:gd name="T36" fmla="*/ 318 w 1308"/>
                <a:gd name="T37" fmla="*/ 250 h 1057"/>
                <a:gd name="T38" fmla="*/ 318 w 1308"/>
                <a:gd name="T39" fmla="*/ 244 h 1057"/>
                <a:gd name="T40" fmla="*/ 317 w 1308"/>
                <a:gd name="T41" fmla="*/ 238 h 1057"/>
                <a:gd name="T42" fmla="*/ 316 w 1308"/>
                <a:gd name="T43" fmla="*/ 233 h 1057"/>
                <a:gd name="T44" fmla="*/ 313 w 1308"/>
                <a:gd name="T45" fmla="*/ 232 h 1057"/>
                <a:gd name="T46" fmla="*/ 293 w 1308"/>
                <a:gd name="T47" fmla="*/ 236 h 1057"/>
                <a:gd name="T48" fmla="*/ 256 w 1308"/>
                <a:gd name="T49" fmla="*/ 244 h 1057"/>
                <a:gd name="T50" fmla="*/ 211 w 1308"/>
                <a:gd name="T51" fmla="*/ 251 h 1057"/>
                <a:gd name="T52" fmla="*/ 162 w 1308"/>
                <a:gd name="T53" fmla="*/ 256 h 1057"/>
                <a:gd name="T54" fmla="*/ 114 w 1308"/>
                <a:gd name="T55" fmla="*/ 257 h 1057"/>
                <a:gd name="T56" fmla="*/ 74 w 1308"/>
                <a:gd name="T57" fmla="*/ 251 h 1057"/>
                <a:gd name="T58" fmla="*/ 47 w 1308"/>
                <a:gd name="T59" fmla="*/ 236 h 1057"/>
                <a:gd name="T60" fmla="*/ 38 w 1308"/>
                <a:gd name="T61" fmla="*/ 211 h 1057"/>
                <a:gd name="T62" fmla="*/ 54 w 1308"/>
                <a:gd name="T63" fmla="*/ 182 h 1057"/>
                <a:gd name="T64" fmla="*/ 89 w 1308"/>
                <a:gd name="T65" fmla="*/ 152 h 1057"/>
                <a:gd name="T66" fmla="*/ 140 w 1308"/>
                <a:gd name="T67" fmla="*/ 123 h 1057"/>
                <a:gd name="T68" fmla="*/ 200 w 1308"/>
                <a:gd name="T69" fmla="*/ 96 h 1057"/>
                <a:gd name="T70" fmla="*/ 263 w 1308"/>
                <a:gd name="T71" fmla="*/ 72 h 1057"/>
                <a:gd name="T72" fmla="*/ 325 w 1308"/>
                <a:gd name="T73" fmla="*/ 54 h 1057"/>
                <a:gd name="T74" fmla="*/ 380 w 1308"/>
                <a:gd name="T75" fmla="*/ 42 h 1057"/>
                <a:gd name="T76" fmla="*/ 405 w 1308"/>
                <a:gd name="T77" fmla="*/ 38 h 1057"/>
                <a:gd name="T78" fmla="*/ 408 w 1308"/>
                <a:gd name="T79" fmla="*/ 34 h 1057"/>
                <a:gd name="T80" fmla="*/ 407 w 1308"/>
                <a:gd name="T81" fmla="*/ 29 h 1057"/>
                <a:gd name="T82" fmla="*/ 404 w 1308"/>
                <a:gd name="T83" fmla="*/ 22 h 1057"/>
                <a:gd name="T84" fmla="*/ 399 w 1308"/>
                <a:gd name="T85" fmla="*/ 15 h 1057"/>
                <a:gd name="T86" fmla="*/ 394 w 1308"/>
                <a:gd name="T87" fmla="*/ 8 h 1057"/>
                <a:gd name="T88" fmla="*/ 389 w 1308"/>
                <a:gd name="T89" fmla="*/ 1 h 1057"/>
                <a:gd name="T90" fmla="*/ 387 w 1308"/>
                <a:gd name="T91" fmla="*/ 0 h 105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08"/>
                <a:gd name="T139" fmla="*/ 0 h 1057"/>
                <a:gd name="T140" fmla="*/ 1308 w 1308"/>
                <a:gd name="T141" fmla="*/ 1057 h 105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08" h="1057">
                  <a:moveTo>
                    <a:pt x="1242" y="0"/>
                  </a:moveTo>
                  <a:lnTo>
                    <a:pt x="1225" y="4"/>
                  </a:lnTo>
                  <a:lnTo>
                    <a:pt x="1179" y="15"/>
                  </a:lnTo>
                  <a:lnTo>
                    <a:pt x="1109" y="36"/>
                  </a:lnTo>
                  <a:lnTo>
                    <a:pt x="1021" y="65"/>
                  </a:lnTo>
                  <a:lnTo>
                    <a:pt x="917" y="99"/>
                  </a:lnTo>
                  <a:lnTo>
                    <a:pt x="801" y="141"/>
                  </a:lnTo>
                  <a:lnTo>
                    <a:pt x="677" y="190"/>
                  </a:lnTo>
                  <a:lnTo>
                    <a:pt x="556" y="247"/>
                  </a:lnTo>
                  <a:lnTo>
                    <a:pt x="432" y="308"/>
                  </a:lnTo>
                  <a:lnTo>
                    <a:pt x="318" y="374"/>
                  </a:lnTo>
                  <a:lnTo>
                    <a:pt x="213" y="447"/>
                  </a:lnTo>
                  <a:lnTo>
                    <a:pt x="126" y="525"/>
                  </a:lnTo>
                  <a:lnTo>
                    <a:pt x="57" y="604"/>
                  </a:lnTo>
                  <a:lnTo>
                    <a:pt x="14" y="692"/>
                  </a:lnTo>
                  <a:lnTo>
                    <a:pt x="0" y="783"/>
                  </a:lnTo>
                  <a:lnTo>
                    <a:pt x="21" y="878"/>
                  </a:lnTo>
                  <a:lnTo>
                    <a:pt x="23" y="888"/>
                  </a:lnTo>
                  <a:lnTo>
                    <a:pt x="33" y="905"/>
                  </a:lnTo>
                  <a:lnTo>
                    <a:pt x="44" y="920"/>
                  </a:lnTo>
                  <a:lnTo>
                    <a:pt x="61" y="943"/>
                  </a:lnTo>
                  <a:lnTo>
                    <a:pt x="84" y="968"/>
                  </a:lnTo>
                  <a:lnTo>
                    <a:pt x="115" y="988"/>
                  </a:lnTo>
                  <a:lnTo>
                    <a:pt x="153" y="1007"/>
                  </a:lnTo>
                  <a:lnTo>
                    <a:pt x="202" y="1030"/>
                  </a:lnTo>
                  <a:lnTo>
                    <a:pt x="257" y="1042"/>
                  </a:lnTo>
                  <a:lnTo>
                    <a:pt x="326" y="1055"/>
                  </a:lnTo>
                  <a:lnTo>
                    <a:pt x="405" y="1057"/>
                  </a:lnTo>
                  <a:lnTo>
                    <a:pt x="499" y="1057"/>
                  </a:lnTo>
                  <a:lnTo>
                    <a:pt x="603" y="1045"/>
                  </a:lnTo>
                  <a:lnTo>
                    <a:pt x="727" y="1025"/>
                  </a:lnTo>
                  <a:lnTo>
                    <a:pt x="864" y="994"/>
                  </a:lnTo>
                  <a:lnTo>
                    <a:pt x="1018" y="952"/>
                  </a:lnTo>
                  <a:lnTo>
                    <a:pt x="1019" y="945"/>
                  </a:lnTo>
                  <a:lnTo>
                    <a:pt x="1021" y="931"/>
                  </a:lnTo>
                  <a:lnTo>
                    <a:pt x="1019" y="924"/>
                  </a:lnTo>
                  <a:lnTo>
                    <a:pt x="1019" y="914"/>
                  </a:lnTo>
                  <a:lnTo>
                    <a:pt x="1019" y="905"/>
                  </a:lnTo>
                  <a:lnTo>
                    <a:pt x="1019" y="893"/>
                  </a:lnTo>
                  <a:lnTo>
                    <a:pt x="1018" y="882"/>
                  </a:lnTo>
                  <a:lnTo>
                    <a:pt x="1016" y="871"/>
                  </a:lnTo>
                  <a:lnTo>
                    <a:pt x="1016" y="861"/>
                  </a:lnTo>
                  <a:lnTo>
                    <a:pt x="1016" y="853"/>
                  </a:lnTo>
                  <a:lnTo>
                    <a:pt x="1014" y="844"/>
                  </a:lnTo>
                  <a:lnTo>
                    <a:pt x="1014" y="838"/>
                  </a:lnTo>
                  <a:lnTo>
                    <a:pt x="1004" y="838"/>
                  </a:lnTo>
                  <a:lnTo>
                    <a:pt x="978" y="846"/>
                  </a:lnTo>
                  <a:lnTo>
                    <a:pt x="938" y="855"/>
                  </a:lnTo>
                  <a:lnTo>
                    <a:pt x="886" y="871"/>
                  </a:lnTo>
                  <a:lnTo>
                    <a:pt x="822" y="882"/>
                  </a:lnTo>
                  <a:lnTo>
                    <a:pt x="753" y="897"/>
                  </a:lnTo>
                  <a:lnTo>
                    <a:pt x="677" y="909"/>
                  </a:lnTo>
                  <a:lnTo>
                    <a:pt x="601" y="924"/>
                  </a:lnTo>
                  <a:lnTo>
                    <a:pt x="519" y="928"/>
                  </a:lnTo>
                  <a:lnTo>
                    <a:pt x="442" y="933"/>
                  </a:lnTo>
                  <a:lnTo>
                    <a:pt x="367" y="931"/>
                  </a:lnTo>
                  <a:lnTo>
                    <a:pt x="301" y="926"/>
                  </a:lnTo>
                  <a:lnTo>
                    <a:pt x="238" y="910"/>
                  </a:lnTo>
                  <a:lnTo>
                    <a:pt x="189" y="888"/>
                  </a:lnTo>
                  <a:lnTo>
                    <a:pt x="151" y="855"/>
                  </a:lnTo>
                  <a:lnTo>
                    <a:pt x="130" y="817"/>
                  </a:lnTo>
                  <a:lnTo>
                    <a:pt x="122" y="764"/>
                  </a:lnTo>
                  <a:lnTo>
                    <a:pt x="139" y="713"/>
                  </a:lnTo>
                  <a:lnTo>
                    <a:pt x="172" y="660"/>
                  </a:lnTo>
                  <a:lnTo>
                    <a:pt x="223" y="606"/>
                  </a:lnTo>
                  <a:lnTo>
                    <a:pt x="286" y="551"/>
                  </a:lnTo>
                  <a:lnTo>
                    <a:pt x="364" y="498"/>
                  </a:lnTo>
                  <a:lnTo>
                    <a:pt x="449" y="447"/>
                  </a:lnTo>
                  <a:lnTo>
                    <a:pt x="544" y="397"/>
                  </a:lnTo>
                  <a:lnTo>
                    <a:pt x="641" y="348"/>
                  </a:lnTo>
                  <a:lnTo>
                    <a:pt x="742" y="304"/>
                  </a:lnTo>
                  <a:lnTo>
                    <a:pt x="843" y="262"/>
                  </a:lnTo>
                  <a:lnTo>
                    <a:pt x="945" y="228"/>
                  </a:lnTo>
                  <a:lnTo>
                    <a:pt x="1042" y="196"/>
                  </a:lnTo>
                  <a:lnTo>
                    <a:pt x="1134" y="171"/>
                  </a:lnTo>
                  <a:lnTo>
                    <a:pt x="1217" y="152"/>
                  </a:lnTo>
                  <a:lnTo>
                    <a:pt x="1291" y="143"/>
                  </a:lnTo>
                  <a:lnTo>
                    <a:pt x="1299" y="137"/>
                  </a:lnTo>
                  <a:lnTo>
                    <a:pt x="1305" y="133"/>
                  </a:lnTo>
                  <a:lnTo>
                    <a:pt x="1307" y="124"/>
                  </a:lnTo>
                  <a:lnTo>
                    <a:pt x="1308" y="116"/>
                  </a:lnTo>
                  <a:lnTo>
                    <a:pt x="1305" y="105"/>
                  </a:lnTo>
                  <a:lnTo>
                    <a:pt x="1301" y="93"/>
                  </a:lnTo>
                  <a:lnTo>
                    <a:pt x="1295" y="80"/>
                  </a:lnTo>
                  <a:lnTo>
                    <a:pt x="1289" y="68"/>
                  </a:lnTo>
                  <a:lnTo>
                    <a:pt x="1280" y="53"/>
                  </a:lnTo>
                  <a:lnTo>
                    <a:pt x="1272" y="40"/>
                  </a:lnTo>
                  <a:lnTo>
                    <a:pt x="1263" y="29"/>
                  </a:lnTo>
                  <a:lnTo>
                    <a:pt x="1257" y="19"/>
                  </a:lnTo>
                  <a:lnTo>
                    <a:pt x="1246" y="4"/>
                  </a:lnTo>
                  <a:lnTo>
                    <a:pt x="1242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817" y="1567"/>
              <a:ext cx="379" cy="284"/>
            </a:xfrm>
            <a:custGeom>
              <a:avLst/>
              <a:gdLst>
                <a:gd name="T0" fmla="*/ 68 w 1215"/>
                <a:gd name="T1" fmla="*/ 2 h 1028"/>
                <a:gd name="T2" fmla="*/ 98 w 1215"/>
                <a:gd name="T3" fmla="*/ 18 h 1028"/>
                <a:gd name="T4" fmla="*/ 148 w 1215"/>
                <a:gd name="T5" fmla="*/ 47 h 1028"/>
                <a:gd name="T6" fmla="*/ 209 w 1215"/>
                <a:gd name="T7" fmla="*/ 86 h 1028"/>
                <a:gd name="T8" fmla="*/ 272 w 1215"/>
                <a:gd name="T9" fmla="*/ 130 h 1028"/>
                <a:gd name="T10" fmla="*/ 327 w 1215"/>
                <a:gd name="T11" fmla="*/ 174 h 1028"/>
                <a:gd name="T12" fmla="*/ 367 w 1215"/>
                <a:gd name="T13" fmla="*/ 216 h 1028"/>
                <a:gd name="T14" fmla="*/ 379 w 1215"/>
                <a:gd name="T15" fmla="*/ 252 h 1028"/>
                <a:gd name="T16" fmla="*/ 357 w 1215"/>
                <a:gd name="T17" fmla="*/ 277 h 1028"/>
                <a:gd name="T18" fmla="*/ 314 w 1215"/>
                <a:gd name="T19" fmla="*/ 284 h 1028"/>
                <a:gd name="T20" fmla="*/ 259 w 1215"/>
                <a:gd name="T21" fmla="*/ 278 h 1028"/>
                <a:gd name="T22" fmla="*/ 196 w 1215"/>
                <a:gd name="T23" fmla="*/ 263 h 1028"/>
                <a:gd name="T24" fmla="*/ 132 w 1215"/>
                <a:gd name="T25" fmla="*/ 242 h 1028"/>
                <a:gd name="T26" fmla="*/ 74 w 1215"/>
                <a:gd name="T27" fmla="*/ 220 h 1028"/>
                <a:gd name="T28" fmla="*/ 29 w 1215"/>
                <a:gd name="T29" fmla="*/ 202 h 1028"/>
                <a:gd name="T30" fmla="*/ 3 w 1215"/>
                <a:gd name="T31" fmla="*/ 191 h 1028"/>
                <a:gd name="T32" fmla="*/ 0 w 1215"/>
                <a:gd name="T33" fmla="*/ 188 h 1028"/>
                <a:gd name="T34" fmla="*/ 1 w 1215"/>
                <a:gd name="T35" fmla="*/ 181 h 1028"/>
                <a:gd name="T36" fmla="*/ 1 w 1215"/>
                <a:gd name="T37" fmla="*/ 175 h 1028"/>
                <a:gd name="T38" fmla="*/ 3 w 1215"/>
                <a:gd name="T39" fmla="*/ 170 h 1028"/>
                <a:gd name="T40" fmla="*/ 6 w 1215"/>
                <a:gd name="T41" fmla="*/ 163 h 1028"/>
                <a:gd name="T42" fmla="*/ 9 w 1215"/>
                <a:gd name="T43" fmla="*/ 157 h 1028"/>
                <a:gd name="T44" fmla="*/ 15 w 1215"/>
                <a:gd name="T45" fmla="*/ 155 h 1028"/>
                <a:gd name="T46" fmla="*/ 25 w 1215"/>
                <a:gd name="T47" fmla="*/ 155 h 1028"/>
                <a:gd name="T48" fmla="*/ 51 w 1215"/>
                <a:gd name="T49" fmla="*/ 165 h 1028"/>
                <a:gd name="T50" fmla="*/ 91 w 1215"/>
                <a:gd name="T51" fmla="*/ 182 h 1028"/>
                <a:gd name="T52" fmla="*/ 140 w 1215"/>
                <a:gd name="T53" fmla="*/ 204 h 1028"/>
                <a:gd name="T54" fmla="*/ 192 w 1215"/>
                <a:gd name="T55" fmla="*/ 225 h 1028"/>
                <a:gd name="T56" fmla="*/ 243 w 1215"/>
                <a:gd name="T57" fmla="*/ 242 h 1028"/>
                <a:gd name="T58" fmla="*/ 286 w 1215"/>
                <a:gd name="T59" fmla="*/ 253 h 1028"/>
                <a:gd name="T60" fmla="*/ 317 w 1215"/>
                <a:gd name="T61" fmla="*/ 252 h 1028"/>
                <a:gd name="T62" fmla="*/ 328 w 1215"/>
                <a:gd name="T63" fmla="*/ 237 h 1028"/>
                <a:gd name="T64" fmla="*/ 315 w 1215"/>
                <a:gd name="T65" fmla="*/ 211 h 1028"/>
                <a:gd name="T66" fmla="*/ 281 w 1215"/>
                <a:gd name="T67" fmla="*/ 178 h 1028"/>
                <a:gd name="T68" fmla="*/ 232 w 1215"/>
                <a:gd name="T69" fmla="*/ 141 h 1028"/>
                <a:gd name="T70" fmla="*/ 176 w 1215"/>
                <a:gd name="T71" fmla="*/ 104 h 1028"/>
                <a:gd name="T72" fmla="*/ 118 w 1215"/>
                <a:gd name="T73" fmla="*/ 69 h 1028"/>
                <a:gd name="T74" fmla="*/ 65 w 1215"/>
                <a:gd name="T75" fmla="*/ 43 h 1028"/>
                <a:gd name="T76" fmla="*/ 23 w 1215"/>
                <a:gd name="T77" fmla="*/ 25 h 1028"/>
                <a:gd name="T78" fmla="*/ 5 w 1215"/>
                <a:gd name="T79" fmla="*/ 19 h 1028"/>
                <a:gd name="T80" fmla="*/ 5 w 1215"/>
                <a:gd name="T81" fmla="*/ 16 h 1028"/>
                <a:gd name="T82" fmla="*/ 11 w 1215"/>
                <a:gd name="T83" fmla="*/ 13 h 1028"/>
                <a:gd name="T84" fmla="*/ 21 w 1215"/>
                <a:gd name="T85" fmla="*/ 10 h 1028"/>
                <a:gd name="T86" fmla="*/ 34 w 1215"/>
                <a:gd name="T87" fmla="*/ 6 h 1028"/>
                <a:gd name="T88" fmla="*/ 46 w 1215"/>
                <a:gd name="T89" fmla="*/ 3 h 1028"/>
                <a:gd name="T90" fmla="*/ 57 w 1215"/>
                <a:gd name="T91" fmla="*/ 1 h 1028"/>
                <a:gd name="T92" fmla="*/ 63 w 1215"/>
                <a:gd name="T93" fmla="*/ 0 h 1028"/>
                <a:gd name="T94" fmla="*/ 65 w 1215"/>
                <a:gd name="T95" fmla="*/ 0 h 102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15"/>
                <a:gd name="T145" fmla="*/ 0 h 1028"/>
                <a:gd name="T146" fmla="*/ 1215 w 1215"/>
                <a:gd name="T147" fmla="*/ 1028 h 102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15" h="1028">
                  <a:moveTo>
                    <a:pt x="207" y="0"/>
                  </a:moveTo>
                  <a:lnTo>
                    <a:pt x="218" y="6"/>
                  </a:lnTo>
                  <a:lnTo>
                    <a:pt x="256" y="31"/>
                  </a:lnTo>
                  <a:lnTo>
                    <a:pt x="313" y="65"/>
                  </a:lnTo>
                  <a:lnTo>
                    <a:pt x="387" y="114"/>
                  </a:lnTo>
                  <a:lnTo>
                    <a:pt x="473" y="171"/>
                  </a:lnTo>
                  <a:lnTo>
                    <a:pt x="570" y="238"/>
                  </a:lnTo>
                  <a:lnTo>
                    <a:pt x="671" y="312"/>
                  </a:lnTo>
                  <a:lnTo>
                    <a:pt x="773" y="392"/>
                  </a:lnTo>
                  <a:lnTo>
                    <a:pt x="872" y="470"/>
                  </a:lnTo>
                  <a:lnTo>
                    <a:pt x="965" y="551"/>
                  </a:lnTo>
                  <a:lnTo>
                    <a:pt x="1049" y="629"/>
                  </a:lnTo>
                  <a:lnTo>
                    <a:pt x="1121" y="709"/>
                  </a:lnTo>
                  <a:lnTo>
                    <a:pt x="1175" y="781"/>
                  </a:lnTo>
                  <a:lnTo>
                    <a:pt x="1207" y="852"/>
                  </a:lnTo>
                  <a:lnTo>
                    <a:pt x="1215" y="913"/>
                  </a:lnTo>
                  <a:lnTo>
                    <a:pt x="1194" y="966"/>
                  </a:lnTo>
                  <a:lnTo>
                    <a:pt x="1146" y="1002"/>
                  </a:lnTo>
                  <a:lnTo>
                    <a:pt x="1083" y="1023"/>
                  </a:lnTo>
                  <a:lnTo>
                    <a:pt x="1007" y="1028"/>
                  </a:lnTo>
                  <a:lnTo>
                    <a:pt x="924" y="1023"/>
                  </a:lnTo>
                  <a:lnTo>
                    <a:pt x="829" y="1006"/>
                  </a:lnTo>
                  <a:lnTo>
                    <a:pt x="728" y="983"/>
                  </a:lnTo>
                  <a:lnTo>
                    <a:pt x="627" y="951"/>
                  </a:lnTo>
                  <a:lnTo>
                    <a:pt x="524" y="916"/>
                  </a:lnTo>
                  <a:lnTo>
                    <a:pt x="422" y="876"/>
                  </a:lnTo>
                  <a:lnTo>
                    <a:pt x="327" y="837"/>
                  </a:lnTo>
                  <a:lnTo>
                    <a:pt x="237" y="798"/>
                  </a:lnTo>
                  <a:lnTo>
                    <a:pt x="159" y="764"/>
                  </a:lnTo>
                  <a:lnTo>
                    <a:pt x="93" y="732"/>
                  </a:lnTo>
                  <a:lnTo>
                    <a:pt x="43" y="707"/>
                  </a:lnTo>
                  <a:lnTo>
                    <a:pt x="11" y="690"/>
                  </a:lnTo>
                  <a:lnTo>
                    <a:pt x="2" y="684"/>
                  </a:lnTo>
                  <a:lnTo>
                    <a:pt x="0" y="681"/>
                  </a:lnTo>
                  <a:lnTo>
                    <a:pt x="2" y="667"/>
                  </a:lnTo>
                  <a:lnTo>
                    <a:pt x="2" y="656"/>
                  </a:lnTo>
                  <a:lnTo>
                    <a:pt x="2" y="646"/>
                  </a:lnTo>
                  <a:lnTo>
                    <a:pt x="3" y="635"/>
                  </a:lnTo>
                  <a:lnTo>
                    <a:pt x="7" y="624"/>
                  </a:lnTo>
                  <a:lnTo>
                    <a:pt x="9" y="614"/>
                  </a:lnTo>
                  <a:lnTo>
                    <a:pt x="13" y="603"/>
                  </a:lnTo>
                  <a:lnTo>
                    <a:pt x="19" y="591"/>
                  </a:lnTo>
                  <a:lnTo>
                    <a:pt x="24" y="580"/>
                  </a:lnTo>
                  <a:lnTo>
                    <a:pt x="30" y="570"/>
                  </a:lnTo>
                  <a:lnTo>
                    <a:pt x="40" y="567"/>
                  </a:lnTo>
                  <a:lnTo>
                    <a:pt x="49" y="561"/>
                  </a:lnTo>
                  <a:lnTo>
                    <a:pt x="62" y="561"/>
                  </a:lnTo>
                  <a:lnTo>
                    <a:pt x="81" y="561"/>
                  </a:lnTo>
                  <a:lnTo>
                    <a:pt x="116" y="576"/>
                  </a:lnTo>
                  <a:lnTo>
                    <a:pt x="165" y="597"/>
                  </a:lnTo>
                  <a:lnTo>
                    <a:pt x="226" y="627"/>
                  </a:lnTo>
                  <a:lnTo>
                    <a:pt x="292" y="658"/>
                  </a:lnTo>
                  <a:lnTo>
                    <a:pt x="368" y="698"/>
                  </a:lnTo>
                  <a:lnTo>
                    <a:pt x="448" y="738"/>
                  </a:lnTo>
                  <a:lnTo>
                    <a:pt x="534" y="778"/>
                  </a:lnTo>
                  <a:lnTo>
                    <a:pt x="616" y="814"/>
                  </a:lnTo>
                  <a:lnTo>
                    <a:pt x="699" y="848"/>
                  </a:lnTo>
                  <a:lnTo>
                    <a:pt x="779" y="876"/>
                  </a:lnTo>
                  <a:lnTo>
                    <a:pt x="851" y="901"/>
                  </a:lnTo>
                  <a:lnTo>
                    <a:pt x="916" y="914"/>
                  </a:lnTo>
                  <a:lnTo>
                    <a:pt x="971" y="920"/>
                  </a:lnTo>
                  <a:lnTo>
                    <a:pt x="1015" y="913"/>
                  </a:lnTo>
                  <a:lnTo>
                    <a:pt x="1045" y="894"/>
                  </a:lnTo>
                  <a:lnTo>
                    <a:pt x="1053" y="859"/>
                  </a:lnTo>
                  <a:lnTo>
                    <a:pt x="1041" y="816"/>
                  </a:lnTo>
                  <a:lnTo>
                    <a:pt x="1011" y="764"/>
                  </a:lnTo>
                  <a:lnTo>
                    <a:pt x="964" y="707"/>
                  </a:lnTo>
                  <a:lnTo>
                    <a:pt x="901" y="645"/>
                  </a:lnTo>
                  <a:lnTo>
                    <a:pt x="827" y="578"/>
                  </a:lnTo>
                  <a:lnTo>
                    <a:pt x="745" y="510"/>
                  </a:lnTo>
                  <a:lnTo>
                    <a:pt x="659" y="445"/>
                  </a:lnTo>
                  <a:lnTo>
                    <a:pt x="564" y="375"/>
                  </a:lnTo>
                  <a:lnTo>
                    <a:pt x="471" y="314"/>
                  </a:lnTo>
                  <a:lnTo>
                    <a:pt x="378" y="251"/>
                  </a:lnTo>
                  <a:lnTo>
                    <a:pt x="291" y="200"/>
                  </a:lnTo>
                  <a:lnTo>
                    <a:pt x="207" y="154"/>
                  </a:lnTo>
                  <a:lnTo>
                    <a:pt x="135" y="118"/>
                  </a:lnTo>
                  <a:lnTo>
                    <a:pt x="74" y="91"/>
                  </a:lnTo>
                  <a:lnTo>
                    <a:pt x="28" y="76"/>
                  </a:lnTo>
                  <a:lnTo>
                    <a:pt x="17" y="70"/>
                  </a:lnTo>
                  <a:lnTo>
                    <a:pt x="13" y="65"/>
                  </a:lnTo>
                  <a:lnTo>
                    <a:pt x="15" y="59"/>
                  </a:lnTo>
                  <a:lnTo>
                    <a:pt x="24" y="57"/>
                  </a:lnTo>
                  <a:lnTo>
                    <a:pt x="34" y="48"/>
                  </a:lnTo>
                  <a:lnTo>
                    <a:pt x="51" y="42"/>
                  </a:lnTo>
                  <a:lnTo>
                    <a:pt x="68" y="36"/>
                  </a:lnTo>
                  <a:lnTo>
                    <a:pt x="89" y="31"/>
                  </a:lnTo>
                  <a:lnTo>
                    <a:pt x="108" y="23"/>
                  </a:lnTo>
                  <a:lnTo>
                    <a:pt x="129" y="17"/>
                  </a:lnTo>
                  <a:lnTo>
                    <a:pt x="148" y="12"/>
                  </a:lnTo>
                  <a:lnTo>
                    <a:pt x="167" y="8"/>
                  </a:lnTo>
                  <a:lnTo>
                    <a:pt x="182" y="4"/>
                  </a:lnTo>
                  <a:lnTo>
                    <a:pt x="195" y="0"/>
                  </a:lnTo>
                  <a:lnTo>
                    <a:pt x="203" y="0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784" y="1811"/>
              <a:ext cx="354" cy="115"/>
            </a:xfrm>
            <a:custGeom>
              <a:avLst/>
              <a:gdLst>
                <a:gd name="T0" fmla="*/ 27 w 1124"/>
                <a:gd name="T1" fmla="*/ 5 h 409"/>
                <a:gd name="T2" fmla="*/ 60 w 1124"/>
                <a:gd name="T3" fmla="*/ 19 h 409"/>
                <a:gd name="T4" fmla="*/ 108 w 1124"/>
                <a:gd name="T5" fmla="*/ 39 h 409"/>
                <a:gd name="T6" fmla="*/ 165 w 1124"/>
                <a:gd name="T7" fmla="*/ 60 h 409"/>
                <a:gd name="T8" fmla="*/ 221 w 1124"/>
                <a:gd name="T9" fmla="*/ 77 h 409"/>
                <a:gd name="T10" fmla="*/ 268 w 1124"/>
                <a:gd name="T11" fmla="*/ 84 h 409"/>
                <a:gd name="T12" fmla="*/ 300 w 1124"/>
                <a:gd name="T13" fmla="*/ 78 h 409"/>
                <a:gd name="T14" fmla="*/ 309 w 1124"/>
                <a:gd name="T15" fmla="*/ 51 h 409"/>
                <a:gd name="T16" fmla="*/ 342 w 1124"/>
                <a:gd name="T17" fmla="*/ 38 h 409"/>
                <a:gd name="T18" fmla="*/ 345 w 1124"/>
                <a:gd name="T19" fmla="*/ 42 h 409"/>
                <a:gd name="T20" fmla="*/ 346 w 1124"/>
                <a:gd name="T21" fmla="*/ 46 h 409"/>
                <a:gd name="T22" fmla="*/ 349 w 1124"/>
                <a:gd name="T23" fmla="*/ 53 h 409"/>
                <a:gd name="T24" fmla="*/ 350 w 1124"/>
                <a:gd name="T25" fmla="*/ 60 h 409"/>
                <a:gd name="T26" fmla="*/ 350 w 1124"/>
                <a:gd name="T27" fmla="*/ 68 h 409"/>
                <a:gd name="T28" fmla="*/ 348 w 1124"/>
                <a:gd name="T29" fmla="*/ 78 h 409"/>
                <a:gd name="T30" fmla="*/ 345 w 1124"/>
                <a:gd name="T31" fmla="*/ 87 h 409"/>
                <a:gd name="T32" fmla="*/ 336 w 1124"/>
                <a:gd name="T33" fmla="*/ 97 h 409"/>
                <a:gd name="T34" fmla="*/ 320 w 1124"/>
                <a:gd name="T35" fmla="*/ 106 h 409"/>
                <a:gd name="T36" fmla="*/ 296 w 1124"/>
                <a:gd name="T37" fmla="*/ 113 h 409"/>
                <a:gd name="T38" fmla="*/ 262 w 1124"/>
                <a:gd name="T39" fmla="*/ 115 h 409"/>
                <a:gd name="T40" fmla="*/ 217 w 1124"/>
                <a:gd name="T41" fmla="*/ 110 h 409"/>
                <a:gd name="T42" fmla="*/ 160 w 1124"/>
                <a:gd name="T43" fmla="*/ 96 h 409"/>
                <a:gd name="T44" fmla="*/ 89 w 1124"/>
                <a:gd name="T45" fmla="*/ 71 h 409"/>
                <a:gd name="T46" fmla="*/ 5 w 1124"/>
                <a:gd name="T47" fmla="*/ 34 h 409"/>
                <a:gd name="T48" fmla="*/ 4 w 1124"/>
                <a:gd name="T49" fmla="*/ 31 h 409"/>
                <a:gd name="T50" fmla="*/ 2 w 1124"/>
                <a:gd name="T51" fmla="*/ 27 h 409"/>
                <a:gd name="T52" fmla="*/ 1 w 1124"/>
                <a:gd name="T53" fmla="*/ 20 h 409"/>
                <a:gd name="T54" fmla="*/ 0 w 1124"/>
                <a:gd name="T55" fmla="*/ 14 h 409"/>
                <a:gd name="T56" fmla="*/ 1 w 1124"/>
                <a:gd name="T57" fmla="*/ 7 h 409"/>
                <a:gd name="T58" fmla="*/ 4 w 1124"/>
                <a:gd name="T59" fmla="*/ 2 h 409"/>
                <a:gd name="T60" fmla="*/ 10 w 1124"/>
                <a:gd name="T61" fmla="*/ 0 h 409"/>
                <a:gd name="T62" fmla="*/ 20 w 1124"/>
                <a:gd name="T63" fmla="*/ 2 h 40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124"/>
                <a:gd name="T97" fmla="*/ 0 h 409"/>
                <a:gd name="T98" fmla="*/ 1124 w 1124"/>
                <a:gd name="T99" fmla="*/ 409 h 40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124" h="409">
                  <a:moveTo>
                    <a:pt x="65" y="8"/>
                  </a:moveTo>
                  <a:lnTo>
                    <a:pt x="88" y="17"/>
                  </a:lnTo>
                  <a:lnTo>
                    <a:pt x="133" y="38"/>
                  </a:lnTo>
                  <a:lnTo>
                    <a:pt x="192" y="66"/>
                  </a:lnTo>
                  <a:lnTo>
                    <a:pt x="266" y="101"/>
                  </a:lnTo>
                  <a:lnTo>
                    <a:pt x="348" y="139"/>
                  </a:lnTo>
                  <a:lnTo>
                    <a:pt x="437" y="177"/>
                  </a:lnTo>
                  <a:lnTo>
                    <a:pt x="529" y="215"/>
                  </a:lnTo>
                  <a:lnTo>
                    <a:pt x="622" y="249"/>
                  </a:lnTo>
                  <a:lnTo>
                    <a:pt x="709" y="274"/>
                  </a:lnTo>
                  <a:lnTo>
                    <a:pt x="793" y="293"/>
                  </a:lnTo>
                  <a:lnTo>
                    <a:pt x="861" y="300"/>
                  </a:lnTo>
                  <a:lnTo>
                    <a:pt x="922" y="298"/>
                  </a:lnTo>
                  <a:lnTo>
                    <a:pt x="964" y="277"/>
                  </a:lnTo>
                  <a:lnTo>
                    <a:pt x="991" y="239"/>
                  </a:lnTo>
                  <a:lnTo>
                    <a:pt x="993" y="182"/>
                  </a:lnTo>
                  <a:lnTo>
                    <a:pt x="970" y="103"/>
                  </a:lnTo>
                  <a:lnTo>
                    <a:pt x="1099" y="135"/>
                  </a:lnTo>
                  <a:lnTo>
                    <a:pt x="1099" y="137"/>
                  </a:lnTo>
                  <a:lnTo>
                    <a:pt x="1107" y="148"/>
                  </a:lnTo>
                  <a:lnTo>
                    <a:pt x="1109" y="154"/>
                  </a:lnTo>
                  <a:lnTo>
                    <a:pt x="1112" y="165"/>
                  </a:lnTo>
                  <a:lnTo>
                    <a:pt x="1116" y="175"/>
                  </a:lnTo>
                  <a:lnTo>
                    <a:pt x="1120" y="188"/>
                  </a:lnTo>
                  <a:lnTo>
                    <a:pt x="1122" y="200"/>
                  </a:lnTo>
                  <a:lnTo>
                    <a:pt x="1124" y="213"/>
                  </a:lnTo>
                  <a:lnTo>
                    <a:pt x="1124" y="226"/>
                  </a:lnTo>
                  <a:lnTo>
                    <a:pt x="1124" y="243"/>
                  </a:lnTo>
                  <a:lnTo>
                    <a:pt x="1122" y="258"/>
                  </a:lnTo>
                  <a:lnTo>
                    <a:pt x="1118" y="276"/>
                  </a:lnTo>
                  <a:lnTo>
                    <a:pt x="1112" y="293"/>
                  </a:lnTo>
                  <a:lnTo>
                    <a:pt x="1109" y="310"/>
                  </a:lnTo>
                  <a:lnTo>
                    <a:pt x="1097" y="327"/>
                  </a:lnTo>
                  <a:lnTo>
                    <a:pt x="1080" y="344"/>
                  </a:lnTo>
                  <a:lnTo>
                    <a:pt x="1057" y="361"/>
                  </a:lnTo>
                  <a:lnTo>
                    <a:pt x="1029" y="378"/>
                  </a:lnTo>
                  <a:lnTo>
                    <a:pt x="993" y="390"/>
                  </a:lnTo>
                  <a:lnTo>
                    <a:pt x="951" y="401"/>
                  </a:lnTo>
                  <a:lnTo>
                    <a:pt x="899" y="407"/>
                  </a:lnTo>
                  <a:lnTo>
                    <a:pt x="842" y="409"/>
                  </a:lnTo>
                  <a:lnTo>
                    <a:pt x="774" y="403"/>
                  </a:lnTo>
                  <a:lnTo>
                    <a:pt x="698" y="391"/>
                  </a:lnTo>
                  <a:lnTo>
                    <a:pt x="610" y="371"/>
                  </a:lnTo>
                  <a:lnTo>
                    <a:pt x="515" y="342"/>
                  </a:lnTo>
                  <a:lnTo>
                    <a:pt x="407" y="302"/>
                  </a:lnTo>
                  <a:lnTo>
                    <a:pt x="287" y="253"/>
                  </a:lnTo>
                  <a:lnTo>
                    <a:pt x="156" y="192"/>
                  </a:lnTo>
                  <a:lnTo>
                    <a:pt x="15" y="120"/>
                  </a:lnTo>
                  <a:lnTo>
                    <a:pt x="13" y="116"/>
                  </a:lnTo>
                  <a:lnTo>
                    <a:pt x="12" y="112"/>
                  </a:lnTo>
                  <a:lnTo>
                    <a:pt x="10" y="104"/>
                  </a:lnTo>
                  <a:lnTo>
                    <a:pt x="8" y="95"/>
                  </a:lnTo>
                  <a:lnTo>
                    <a:pt x="4" y="84"/>
                  </a:lnTo>
                  <a:lnTo>
                    <a:pt x="2" y="72"/>
                  </a:lnTo>
                  <a:lnTo>
                    <a:pt x="0" y="61"/>
                  </a:lnTo>
                  <a:lnTo>
                    <a:pt x="0" y="49"/>
                  </a:lnTo>
                  <a:lnTo>
                    <a:pt x="0" y="36"/>
                  </a:lnTo>
                  <a:lnTo>
                    <a:pt x="2" y="25"/>
                  </a:lnTo>
                  <a:lnTo>
                    <a:pt x="4" y="13"/>
                  </a:lnTo>
                  <a:lnTo>
                    <a:pt x="12" y="8"/>
                  </a:lnTo>
                  <a:lnTo>
                    <a:pt x="19" y="2"/>
                  </a:lnTo>
                  <a:lnTo>
                    <a:pt x="33" y="0"/>
                  </a:lnTo>
                  <a:lnTo>
                    <a:pt x="46" y="0"/>
                  </a:lnTo>
                  <a:lnTo>
                    <a:pt x="65" y="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733" y="1886"/>
              <a:ext cx="306" cy="93"/>
            </a:xfrm>
            <a:custGeom>
              <a:avLst/>
              <a:gdLst>
                <a:gd name="T0" fmla="*/ 263 w 975"/>
                <a:gd name="T1" fmla="*/ 23 h 332"/>
                <a:gd name="T2" fmla="*/ 263 w 975"/>
                <a:gd name="T3" fmla="*/ 23 h 332"/>
                <a:gd name="T4" fmla="*/ 265 w 975"/>
                <a:gd name="T5" fmla="*/ 27 h 332"/>
                <a:gd name="T6" fmla="*/ 266 w 975"/>
                <a:gd name="T7" fmla="*/ 30 h 332"/>
                <a:gd name="T8" fmla="*/ 268 w 975"/>
                <a:gd name="T9" fmla="*/ 36 h 332"/>
                <a:gd name="T10" fmla="*/ 268 w 975"/>
                <a:gd name="T11" fmla="*/ 41 h 332"/>
                <a:gd name="T12" fmla="*/ 267 w 975"/>
                <a:gd name="T13" fmla="*/ 47 h 332"/>
                <a:gd name="T14" fmla="*/ 263 w 975"/>
                <a:gd name="T15" fmla="*/ 52 h 332"/>
                <a:gd name="T16" fmla="*/ 257 w 975"/>
                <a:gd name="T17" fmla="*/ 57 h 332"/>
                <a:gd name="T18" fmla="*/ 245 w 975"/>
                <a:gd name="T19" fmla="*/ 59 h 332"/>
                <a:gd name="T20" fmla="*/ 231 w 975"/>
                <a:gd name="T21" fmla="*/ 60 h 332"/>
                <a:gd name="T22" fmla="*/ 211 w 975"/>
                <a:gd name="T23" fmla="*/ 59 h 332"/>
                <a:gd name="T24" fmla="*/ 186 w 975"/>
                <a:gd name="T25" fmla="*/ 55 h 332"/>
                <a:gd name="T26" fmla="*/ 155 w 975"/>
                <a:gd name="T27" fmla="*/ 47 h 332"/>
                <a:gd name="T28" fmla="*/ 118 w 975"/>
                <a:gd name="T29" fmla="*/ 36 h 332"/>
                <a:gd name="T30" fmla="*/ 72 w 975"/>
                <a:gd name="T31" fmla="*/ 20 h 332"/>
                <a:gd name="T32" fmla="*/ 19 w 975"/>
                <a:gd name="T33" fmla="*/ 1 h 332"/>
                <a:gd name="T34" fmla="*/ 15 w 975"/>
                <a:gd name="T35" fmla="*/ 0 h 332"/>
                <a:gd name="T36" fmla="*/ 11 w 975"/>
                <a:gd name="T37" fmla="*/ 1 h 332"/>
                <a:gd name="T38" fmla="*/ 7 w 975"/>
                <a:gd name="T39" fmla="*/ 1 h 332"/>
                <a:gd name="T40" fmla="*/ 6 w 975"/>
                <a:gd name="T41" fmla="*/ 3 h 332"/>
                <a:gd name="T42" fmla="*/ 2 w 975"/>
                <a:gd name="T43" fmla="*/ 5 h 332"/>
                <a:gd name="T44" fmla="*/ 0 w 975"/>
                <a:gd name="T45" fmla="*/ 10 h 332"/>
                <a:gd name="T46" fmla="*/ 0 w 975"/>
                <a:gd name="T47" fmla="*/ 15 h 332"/>
                <a:gd name="T48" fmla="*/ 1 w 975"/>
                <a:gd name="T49" fmla="*/ 20 h 332"/>
                <a:gd name="T50" fmla="*/ 3 w 975"/>
                <a:gd name="T51" fmla="*/ 25 h 332"/>
                <a:gd name="T52" fmla="*/ 7 w 975"/>
                <a:gd name="T53" fmla="*/ 31 h 332"/>
                <a:gd name="T54" fmla="*/ 9 w 975"/>
                <a:gd name="T55" fmla="*/ 31 h 332"/>
                <a:gd name="T56" fmla="*/ 17 w 975"/>
                <a:gd name="T57" fmla="*/ 34 h 332"/>
                <a:gd name="T58" fmla="*/ 28 w 975"/>
                <a:gd name="T59" fmla="*/ 39 h 332"/>
                <a:gd name="T60" fmla="*/ 44 w 975"/>
                <a:gd name="T61" fmla="*/ 45 h 332"/>
                <a:gd name="T62" fmla="*/ 62 w 975"/>
                <a:gd name="T63" fmla="*/ 52 h 332"/>
                <a:gd name="T64" fmla="*/ 84 w 975"/>
                <a:gd name="T65" fmla="*/ 59 h 332"/>
                <a:gd name="T66" fmla="*/ 106 w 975"/>
                <a:gd name="T67" fmla="*/ 66 h 332"/>
                <a:gd name="T68" fmla="*/ 130 w 975"/>
                <a:gd name="T69" fmla="*/ 73 h 332"/>
                <a:gd name="T70" fmla="*/ 155 w 975"/>
                <a:gd name="T71" fmla="*/ 79 h 332"/>
                <a:gd name="T72" fmla="*/ 180 w 975"/>
                <a:gd name="T73" fmla="*/ 86 h 332"/>
                <a:gd name="T74" fmla="*/ 204 w 975"/>
                <a:gd name="T75" fmla="*/ 90 h 332"/>
                <a:gd name="T76" fmla="*/ 227 w 975"/>
                <a:gd name="T77" fmla="*/ 93 h 332"/>
                <a:gd name="T78" fmla="*/ 248 w 975"/>
                <a:gd name="T79" fmla="*/ 93 h 332"/>
                <a:gd name="T80" fmla="*/ 267 w 975"/>
                <a:gd name="T81" fmla="*/ 92 h 332"/>
                <a:gd name="T82" fmla="*/ 282 w 975"/>
                <a:gd name="T83" fmla="*/ 88 h 332"/>
                <a:gd name="T84" fmla="*/ 295 w 975"/>
                <a:gd name="T85" fmla="*/ 81 h 332"/>
                <a:gd name="T86" fmla="*/ 296 w 975"/>
                <a:gd name="T87" fmla="*/ 79 h 332"/>
                <a:gd name="T88" fmla="*/ 297 w 975"/>
                <a:gd name="T89" fmla="*/ 76 h 332"/>
                <a:gd name="T90" fmla="*/ 299 w 975"/>
                <a:gd name="T91" fmla="*/ 72 h 332"/>
                <a:gd name="T92" fmla="*/ 300 w 975"/>
                <a:gd name="T93" fmla="*/ 69 h 332"/>
                <a:gd name="T94" fmla="*/ 302 w 975"/>
                <a:gd name="T95" fmla="*/ 64 h 332"/>
                <a:gd name="T96" fmla="*/ 302 w 975"/>
                <a:gd name="T97" fmla="*/ 60 h 332"/>
                <a:gd name="T98" fmla="*/ 303 w 975"/>
                <a:gd name="T99" fmla="*/ 56 h 332"/>
                <a:gd name="T100" fmla="*/ 304 w 975"/>
                <a:gd name="T101" fmla="*/ 52 h 332"/>
                <a:gd name="T102" fmla="*/ 304 w 975"/>
                <a:gd name="T103" fmla="*/ 47 h 332"/>
                <a:gd name="T104" fmla="*/ 304 w 975"/>
                <a:gd name="T105" fmla="*/ 42 h 332"/>
                <a:gd name="T106" fmla="*/ 302 w 975"/>
                <a:gd name="T107" fmla="*/ 37 h 332"/>
                <a:gd name="T108" fmla="*/ 302 w 975"/>
                <a:gd name="T109" fmla="*/ 34 h 332"/>
                <a:gd name="T110" fmla="*/ 299 w 975"/>
                <a:gd name="T111" fmla="*/ 30 h 332"/>
                <a:gd name="T112" fmla="*/ 297 w 975"/>
                <a:gd name="T113" fmla="*/ 28 h 332"/>
                <a:gd name="T114" fmla="*/ 294 w 975"/>
                <a:gd name="T115" fmla="*/ 25 h 332"/>
                <a:gd name="T116" fmla="*/ 292 w 975"/>
                <a:gd name="T117" fmla="*/ 24 h 332"/>
                <a:gd name="T118" fmla="*/ 263 w 975"/>
                <a:gd name="T119" fmla="*/ 23 h 332"/>
                <a:gd name="T120" fmla="*/ 263 w 975"/>
                <a:gd name="T121" fmla="*/ 23 h 3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975"/>
                <a:gd name="T184" fmla="*/ 0 h 332"/>
                <a:gd name="T185" fmla="*/ 975 w 975"/>
                <a:gd name="T186" fmla="*/ 332 h 33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975" h="332">
                  <a:moveTo>
                    <a:pt x="844" y="82"/>
                  </a:moveTo>
                  <a:lnTo>
                    <a:pt x="844" y="83"/>
                  </a:lnTo>
                  <a:lnTo>
                    <a:pt x="849" y="95"/>
                  </a:lnTo>
                  <a:lnTo>
                    <a:pt x="853" y="108"/>
                  </a:lnTo>
                  <a:lnTo>
                    <a:pt x="859" y="129"/>
                  </a:lnTo>
                  <a:lnTo>
                    <a:pt x="859" y="148"/>
                  </a:lnTo>
                  <a:lnTo>
                    <a:pt x="855" y="169"/>
                  </a:lnTo>
                  <a:lnTo>
                    <a:pt x="842" y="186"/>
                  </a:lnTo>
                  <a:lnTo>
                    <a:pt x="823" y="203"/>
                  </a:lnTo>
                  <a:lnTo>
                    <a:pt x="787" y="211"/>
                  </a:lnTo>
                  <a:lnTo>
                    <a:pt x="741" y="215"/>
                  </a:lnTo>
                  <a:lnTo>
                    <a:pt x="678" y="209"/>
                  </a:lnTo>
                  <a:lnTo>
                    <a:pt x="598" y="196"/>
                  </a:lnTo>
                  <a:lnTo>
                    <a:pt x="498" y="167"/>
                  </a:lnTo>
                  <a:lnTo>
                    <a:pt x="378" y="127"/>
                  </a:lnTo>
                  <a:lnTo>
                    <a:pt x="232" y="72"/>
                  </a:lnTo>
                  <a:lnTo>
                    <a:pt x="62" y="2"/>
                  </a:lnTo>
                  <a:lnTo>
                    <a:pt x="47" y="0"/>
                  </a:lnTo>
                  <a:lnTo>
                    <a:pt x="36" y="2"/>
                  </a:lnTo>
                  <a:lnTo>
                    <a:pt x="24" y="4"/>
                  </a:lnTo>
                  <a:lnTo>
                    <a:pt x="19" y="9"/>
                  </a:lnTo>
                  <a:lnTo>
                    <a:pt x="7" y="19"/>
                  </a:lnTo>
                  <a:lnTo>
                    <a:pt x="1" y="36"/>
                  </a:lnTo>
                  <a:lnTo>
                    <a:pt x="0" y="53"/>
                  </a:lnTo>
                  <a:lnTo>
                    <a:pt x="3" y="72"/>
                  </a:lnTo>
                  <a:lnTo>
                    <a:pt x="9" y="91"/>
                  </a:lnTo>
                  <a:lnTo>
                    <a:pt x="22" y="110"/>
                  </a:lnTo>
                  <a:lnTo>
                    <a:pt x="30" y="112"/>
                  </a:lnTo>
                  <a:lnTo>
                    <a:pt x="53" y="123"/>
                  </a:lnTo>
                  <a:lnTo>
                    <a:pt x="91" y="139"/>
                  </a:lnTo>
                  <a:lnTo>
                    <a:pt x="140" y="161"/>
                  </a:lnTo>
                  <a:lnTo>
                    <a:pt x="199" y="184"/>
                  </a:lnTo>
                  <a:lnTo>
                    <a:pt x="268" y="211"/>
                  </a:lnTo>
                  <a:lnTo>
                    <a:pt x="340" y="236"/>
                  </a:lnTo>
                  <a:lnTo>
                    <a:pt x="418" y="262"/>
                  </a:lnTo>
                  <a:lnTo>
                    <a:pt x="496" y="283"/>
                  </a:lnTo>
                  <a:lnTo>
                    <a:pt x="576" y="306"/>
                  </a:lnTo>
                  <a:lnTo>
                    <a:pt x="654" y="321"/>
                  </a:lnTo>
                  <a:lnTo>
                    <a:pt x="728" y="332"/>
                  </a:lnTo>
                  <a:lnTo>
                    <a:pt x="794" y="332"/>
                  </a:lnTo>
                  <a:lnTo>
                    <a:pt x="855" y="329"/>
                  </a:lnTo>
                  <a:lnTo>
                    <a:pt x="906" y="313"/>
                  </a:lnTo>
                  <a:lnTo>
                    <a:pt x="946" y="289"/>
                  </a:lnTo>
                  <a:lnTo>
                    <a:pt x="948" y="281"/>
                  </a:lnTo>
                  <a:lnTo>
                    <a:pt x="954" y="272"/>
                  </a:lnTo>
                  <a:lnTo>
                    <a:pt x="958" y="258"/>
                  </a:lnTo>
                  <a:lnTo>
                    <a:pt x="963" y="247"/>
                  </a:lnTo>
                  <a:lnTo>
                    <a:pt x="967" y="230"/>
                  </a:lnTo>
                  <a:lnTo>
                    <a:pt x="969" y="215"/>
                  </a:lnTo>
                  <a:lnTo>
                    <a:pt x="973" y="199"/>
                  </a:lnTo>
                  <a:lnTo>
                    <a:pt x="975" y="184"/>
                  </a:lnTo>
                  <a:lnTo>
                    <a:pt x="975" y="167"/>
                  </a:lnTo>
                  <a:lnTo>
                    <a:pt x="975" y="150"/>
                  </a:lnTo>
                  <a:lnTo>
                    <a:pt x="969" y="133"/>
                  </a:lnTo>
                  <a:lnTo>
                    <a:pt x="967" y="121"/>
                  </a:lnTo>
                  <a:lnTo>
                    <a:pt x="960" y="108"/>
                  </a:lnTo>
                  <a:lnTo>
                    <a:pt x="954" y="99"/>
                  </a:lnTo>
                  <a:lnTo>
                    <a:pt x="944" y="91"/>
                  </a:lnTo>
                  <a:lnTo>
                    <a:pt x="935" y="87"/>
                  </a:lnTo>
                  <a:lnTo>
                    <a:pt x="844" y="82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787" y="1965"/>
              <a:ext cx="155" cy="71"/>
            </a:xfrm>
            <a:custGeom>
              <a:avLst/>
              <a:gdLst>
                <a:gd name="T0" fmla="*/ 111 w 494"/>
                <a:gd name="T1" fmla="*/ 0 h 259"/>
                <a:gd name="T2" fmla="*/ 110 w 494"/>
                <a:gd name="T3" fmla="*/ 0 h 259"/>
                <a:gd name="T4" fmla="*/ 110 w 494"/>
                <a:gd name="T5" fmla="*/ 2 h 259"/>
                <a:gd name="T6" fmla="*/ 109 w 494"/>
                <a:gd name="T7" fmla="*/ 4 h 259"/>
                <a:gd name="T8" fmla="*/ 107 w 494"/>
                <a:gd name="T9" fmla="*/ 7 h 259"/>
                <a:gd name="T10" fmla="*/ 105 w 494"/>
                <a:gd name="T11" fmla="*/ 10 h 259"/>
                <a:gd name="T12" fmla="*/ 102 w 494"/>
                <a:gd name="T13" fmla="*/ 13 h 259"/>
                <a:gd name="T14" fmla="*/ 98 w 494"/>
                <a:gd name="T15" fmla="*/ 17 h 259"/>
                <a:gd name="T16" fmla="*/ 94 w 494"/>
                <a:gd name="T17" fmla="*/ 21 h 259"/>
                <a:gd name="T18" fmla="*/ 88 w 494"/>
                <a:gd name="T19" fmla="*/ 24 h 259"/>
                <a:gd name="T20" fmla="*/ 81 w 494"/>
                <a:gd name="T21" fmla="*/ 27 h 259"/>
                <a:gd name="T22" fmla="*/ 73 w 494"/>
                <a:gd name="T23" fmla="*/ 30 h 259"/>
                <a:gd name="T24" fmla="*/ 64 w 494"/>
                <a:gd name="T25" fmla="*/ 32 h 259"/>
                <a:gd name="T26" fmla="*/ 53 w 494"/>
                <a:gd name="T27" fmla="*/ 33 h 259"/>
                <a:gd name="T28" fmla="*/ 40 w 494"/>
                <a:gd name="T29" fmla="*/ 33 h 259"/>
                <a:gd name="T30" fmla="*/ 27 w 494"/>
                <a:gd name="T31" fmla="*/ 32 h 259"/>
                <a:gd name="T32" fmla="*/ 11 w 494"/>
                <a:gd name="T33" fmla="*/ 31 h 259"/>
                <a:gd name="T34" fmla="*/ 0 w 494"/>
                <a:gd name="T35" fmla="*/ 70 h 259"/>
                <a:gd name="T36" fmla="*/ 1 w 494"/>
                <a:gd name="T37" fmla="*/ 70 h 259"/>
                <a:gd name="T38" fmla="*/ 5 w 494"/>
                <a:gd name="T39" fmla="*/ 70 h 259"/>
                <a:gd name="T40" fmla="*/ 11 w 494"/>
                <a:gd name="T41" fmla="*/ 70 h 259"/>
                <a:gd name="T42" fmla="*/ 20 w 494"/>
                <a:gd name="T43" fmla="*/ 71 h 259"/>
                <a:gd name="T44" fmla="*/ 30 w 494"/>
                <a:gd name="T45" fmla="*/ 70 h 259"/>
                <a:gd name="T46" fmla="*/ 42 w 494"/>
                <a:gd name="T47" fmla="*/ 70 h 259"/>
                <a:gd name="T48" fmla="*/ 54 w 494"/>
                <a:gd name="T49" fmla="*/ 69 h 259"/>
                <a:gd name="T50" fmla="*/ 68 w 494"/>
                <a:gd name="T51" fmla="*/ 67 h 259"/>
                <a:gd name="T52" fmla="*/ 81 w 494"/>
                <a:gd name="T53" fmla="*/ 64 h 259"/>
                <a:gd name="T54" fmla="*/ 95 w 494"/>
                <a:gd name="T55" fmla="*/ 61 h 259"/>
                <a:gd name="T56" fmla="*/ 107 w 494"/>
                <a:gd name="T57" fmla="*/ 55 h 259"/>
                <a:gd name="T58" fmla="*/ 120 w 494"/>
                <a:gd name="T59" fmla="*/ 49 h 259"/>
                <a:gd name="T60" fmla="*/ 131 w 494"/>
                <a:gd name="T61" fmla="*/ 41 h 259"/>
                <a:gd name="T62" fmla="*/ 141 w 494"/>
                <a:gd name="T63" fmla="*/ 31 h 259"/>
                <a:gd name="T64" fmla="*/ 148 w 494"/>
                <a:gd name="T65" fmla="*/ 20 h 259"/>
                <a:gd name="T66" fmla="*/ 155 w 494"/>
                <a:gd name="T67" fmla="*/ 7 h 259"/>
                <a:gd name="T68" fmla="*/ 111 w 494"/>
                <a:gd name="T69" fmla="*/ 0 h 259"/>
                <a:gd name="T70" fmla="*/ 111 w 494"/>
                <a:gd name="T71" fmla="*/ 0 h 25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4"/>
                <a:gd name="T109" fmla="*/ 0 h 259"/>
                <a:gd name="T110" fmla="*/ 494 w 494"/>
                <a:gd name="T111" fmla="*/ 259 h 25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4" h="259">
                  <a:moveTo>
                    <a:pt x="353" y="0"/>
                  </a:moveTo>
                  <a:lnTo>
                    <a:pt x="351" y="0"/>
                  </a:lnTo>
                  <a:lnTo>
                    <a:pt x="349" y="6"/>
                  </a:lnTo>
                  <a:lnTo>
                    <a:pt x="346" y="13"/>
                  </a:lnTo>
                  <a:lnTo>
                    <a:pt x="342" y="25"/>
                  </a:lnTo>
                  <a:lnTo>
                    <a:pt x="334" y="36"/>
                  </a:lnTo>
                  <a:lnTo>
                    <a:pt x="325" y="49"/>
                  </a:lnTo>
                  <a:lnTo>
                    <a:pt x="313" y="61"/>
                  </a:lnTo>
                  <a:lnTo>
                    <a:pt x="300" y="76"/>
                  </a:lnTo>
                  <a:lnTo>
                    <a:pt x="281" y="87"/>
                  </a:lnTo>
                  <a:lnTo>
                    <a:pt x="258" y="99"/>
                  </a:lnTo>
                  <a:lnTo>
                    <a:pt x="232" y="108"/>
                  </a:lnTo>
                  <a:lnTo>
                    <a:pt x="203" y="118"/>
                  </a:lnTo>
                  <a:lnTo>
                    <a:pt x="169" y="122"/>
                  </a:lnTo>
                  <a:lnTo>
                    <a:pt x="129" y="122"/>
                  </a:lnTo>
                  <a:lnTo>
                    <a:pt x="85" y="118"/>
                  </a:lnTo>
                  <a:lnTo>
                    <a:pt x="36" y="112"/>
                  </a:lnTo>
                  <a:lnTo>
                    <a:pt x="0" y="257"/>
                  </a:lnTo>
                  <a:lnTo>
                    <a:pt x="3" y="257"/>
                  </a:lnTo>
                  <a:lnTo>
                    <a:pt x="17" y="257"/>
                  </a:lnTo>
                  <a:lnTo>
                    <a:pt x="36" y="257"/>
                  </a:lnTo>
                  <a:lnTo>
                    <a:pt x="64" y="259"/>
                  </a:lnTo>
                  <a:lnTo>
                    <a:pt x="95" y="257"/>
                  </a:lnTo>
                  <a:lnTo>
                    <a:pt x="133" y="255"/>
                  </a:lnTo>
                  <a:lnTo>
                    <a:pt x="173" y="251"/>
                  </a:lnTo>
                  <a:lnTo>
                    <a:pt x="216" y="245"/>
                  </a:lnTo>
                  <a:lnTo>
                    <a:pt x="258" y="234"/>
                  </a:lnTo>
                  <a:lnTo>
                    <a:pt x="302" y="221"/>
                  </a:lnTo>
                  <a:lnTo>
                    <a:pt x="342" y="202"/>
                  </a:lnTo>
                  <a:lnTo>
                    <a:pt x="382" y="179"/>
                  </a:lnTo>
                  <a:lnTo>
                    <a:pt x="416" y="148"/>
                  </a:lnTo>
                  <a:lnTo>
                    <a:pt x="448" y="114"/>
                  </a:lnTo>
                  <a:lnTo>
                    <a:pt x="473" y="72"/>
                  </a:lnTo>
                  <a:lnTo>
                    <a:pt x="494" y="25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2628" y="1926"/>
              <a:ext cx="174" cy="135"/>
            </a:xfrm>
            <a:custGeom>
              <a:avLst/>
              <a:gdLst>
                <a:gd name="T0" fmla="*/ 58 w 553"/>
                <a:gd name="T1" fmla="*/ 0 h 487"/>
                <a:gd name="T2" fmla="*/ 67 w 553"/>
                <a:gd name="T3" fmla="*/ 1 h 487"/>
                <a:gd name="T4" fmla="*/ 83 w 553"/>
                <a:gd name="T5" fmla="*/ 5 h 487"/>
                <a:gd name="T6" fmla="*/ 103 w 553"/>
                <a:gd name="T7" fmla="*/ 12 h 487"/>
                <a:gd name="T8" fmla="*/ 124 w 553"/>
                <a:gd name="T9" fmla="*/ 22 h 487"/>
                <a:gd name="T10" fmla="*/ 145 w 553"/>
                <a:gd name="T11" fmla="*/ 34 h 487"/>
                <a:gd name="T12" fmla="*/ 161 w 553"/>
                <a:gd name="T13" fmla="*/ 52 h 487"/>
                <a:gd name="T14" fmla="*/ 170 w 553"/>
                <a:gd name="T15" fmla="*/ 73 h 487"/>
                <a:gd name="T16" fmla="*/ 170 w 553"/>
                <a:gd name="T17" fmla="*/ 98 h 487"/>
                <a:gd name="T18" fmla="*/ 160 w 553"/>
                <a:gd name="T19" fmla="*/ 117 h 487"/>
                <a:gd name="T20" fmla="*/ 142 w 553"/>
                <a:gd name="T21" fmla="*/ 129 h 487"/>
                <a:gd name="T22" fmla="*/ 117 w 553"/>
                <a:gd name="T23" fmla="*/ 134 h 487"/>
                <a:gd name="T24" fmla="*/ 91 w 553"/>
                <a:gd name="T25" fmla="*/ 133 h 487"/>
                <a:gd name="T26" fmla="*/ 63 w 553"/>
                <a:gd name="T27" fmla="*/ 126 h 487"/>
                <a:gd name="T28" fmla="*/ 39 w 553"/>
                <a:gd name="T29" fmla="*/ 112 h 487"/>
                <a:gd name="T30" fmla="*/ 18 w 553"/>
                <a:gd name="T31" fmla="*/ 92 h 487"/>
                <a:gd name="T32" fmla="*/ 5 w 553"/>
                <a:gd name="T33" fmla="*/ 68 h 487"/>
                <a:gd name="T34" fmla="*/ 0 w 553"/>
                <a:gd name="T35" fmla="*/ 47 h 487"/>
                <a:gd name="T36" fmla="*/ 2 w 553"/>
                <a:gd name="T37" fmla="*/ 31 h 487"/>
                <a:gd name="T38" fmla="*/ 9 w 553"/>
                <a:gd name="T39" fmla="*/ 19 h 487"/>
                <a:gd name="T40" fmla="*/ 19 w 553"/>
                <a:gd name="T41" fmla="*/ 11 h 487"/>
                <a:gd name="T42" fmla="*/ 29 w 553"/>
                <a:gd name="T43" fmla="*/ 5 h 487"/>
                <a:gd name="T44" fmla="*/ 38 w 553"/>
                <a:gd name="T45" fmla="*/ 2 h 487"/>
                <a:gd name="T46" fmla="*/ 44 w 553"/>
                <a:gd name="T47" fmla="*/ 1 h 487"/>
                <a:gd name="T48" fmla="*/ 53 w 553"/>
                <a:gd name="T49" fmla="*/ 29 h 487"/>
                <a:gd name="T50" fmla="*/ 46 w 553"/>
                <a:gd name="T51" fmla="*/ 31 h 487"/>
                <a:gd name="T52" fmla="*/ 40 w 553"/>
                <a:gd name="T53" fmla="*/ 35 h 487"/>
                <a:gd name="T54" fmla="*/ 35 w 553"/>
                <a:gd name="T55" fmla="*/ 42 h 487"/>
                <a:gd name="T56" fmla="*/ 33 w 553"/>
                <a:gd name="T57" fmla="*/ 50 h 487"/>
                <a:gd name="T58" fmla="*/ 34 w 553"/>
                <a:gd name="T59" fmla="*/ 60 h 487"/>
                <a:gd name="T60" fmla="*/ 41 w 553"/>
                <a:gd name="T61" fmla="*/ 72 h 487"/>
                <a:gd name="T62" fmla="*/ 55 w 553"/>
                <a:gd name="T63" fmla="*/ 88 h 487"/>
                <a:gd name="T64" fmla="*/ 73 w 553"/>
                <a:gd name="T65" fmla="*/ 100 h 487"/>
                <a:gd name="T66" fmla="*/ 93 w 553"/>
                <a:gd name="T67" fmla="*/ 106 h 487"/>
                <a:gd name="T68" fmla="*/ 111 w 553"/>
                <a:gd name="T69" fmla="*/ 108 h 487"/>
                <a:gd name="T70" fmla="*/ 128 w 553"/>
                <a:gd name="T71" fmla="*/ 106 h 487"/>
                <a:gd name="T72" fmla="*/ 139 w 553"/>
                <a:gd name="T73" fmla="*/ 98 h 487"/>
                <a:gd name="T74" fmla="*/ 145 w 553"/>
                <a:gd name="T75" fmla="*/ 89 h 487"/>
                <a:gd name="T76" fmla="*/ 143 w 553"/>
                <a:gd name="T77" fmla="*/ 76 h 487"/>
                <a:gd name="T78" fmla="*/ 132 w 553"/>
                <a:gd name="T79" fmla="*/ 62 h 487"/>
                <a:gd name="T80" fmla="*/ 115 w 553"/>
                <a:gd name="T81" fmla="*/ 49 h 487"/>
                <a:gd name="T82" fmla="*/ 101 w 553"/>
                <a:gd name="T83" fmla="*/ 39 h 487"/>
                <a:gd name="T84" fmla="*/ 88 w 553"/>
                <a:gd name="T85" fmla="*/ 32 h 487"/>
                <a:gd name="T86" fmla="*/ 77 w 553"/>
                <a:gd name="T87" fmla="*/ 29 h 487"/>
                <a:gd name="T88" fmla="*/ 69 w 553"/>
                <a:gd name="T89" fmla="*/ 27 h 487"/>
                <a:gd name="T90" fmla="*/ 62 w 553"/>
                <a:gd name="T91" fmla="*/ 26 h 487"/>
                <a:gd name="T92" fmla="*/ 58 w 553"/>
                <a:gd name="T93" fmla="*/ 27 h 487"/>
                <a:gd name="T94" fmla="*/ 57 w 553"/>
                <a:gd name="T95" fmla="*/ 0 h 48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53"/>
                <a:gd name="T145" fmla="*/ 0 h 487"/>
                <a:gd name="T146" fmla="*/ 553 w 553"/>
                <a:gd name="T147" fmla="*/ 487 h 487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53" h="487">
                  <a:moveTo>
                    <a:pt x="183" y="0"/>
                  </a:moveTo>
                  <a:lnTo>
                    <a:pt x="186" y="0"/>
                  </a:lnTo>
                  <a:lnTo>
                    <a:pt x="198" y="2"/>
                  </a:lnTo>
                  <a:lnTo>
                    <a:pt x="215" y="4"/>
                  </a:lnTo>
                  <a:lnTo>
                    <a:pt x="240" y="12"/>
                  </a:lnTo>
                  <a:lnTo>
                    <a:pt x="266" y="17"/>
                  </a:lnTo>
                  <a:lnTo>
                    <a:pt x="297" y="31"/>
                  </a:lnTo>
                  <a:lnTo>
                    <a:pt x="331" y="42"/>
                  </a:lnTo>
                  <a:lnTo>
                    <a:pt x="367" y="61"/>
                  </a:lnTo>
                  <a:lnTo>
                    <a:pt x="399" y="78"/>
                  </a:lnTo>
                  <a:lnTo>
                    <a:pt x="434" y="101"/>
                  </a:lnTo>
                  <a:lnTo>
                    <a:pt x="466" y="124"/>
                  </a:lnTo>
                  <a:lnTo>
                    <a:pt x="494" y="154"/>
                  </a:lnTo>
                  <a:lnTo>
                    <a:pt x="517" y="187"/>
                  </a:lnTo>
                  <a:lnTo>
                    <a:pt x="536" y="225"/>
                  </a:lnTo>
                  <a:lnTo>
                    <a:pt x="548" y="265"/>
                  </a:lnTo>
                  <a:lnTo>
                    <a:pt x="553" y="312"/>
                  </a:lnTo>
                  <a:lnTo>
                    <a:pt x="548" y="354"/>
                  </a:lnTo>
                  <a:lnTo>
                    <a:pt x="534" y="392"/>
                  </a:lnTo>
                  <a:lnTo>
                    <a:pt x="513" y="422"/>
                  </a:lnTo>
                  <a:lnTo>
                    <a:pt x="487" y="447"/>
                  </a:lnTo>
                  <a:lnTo>
                    <a:pt x="455" y="464"/>
                  </a:lnTo>
                  <a:lnTo>
                    <a:pt x="418" y="477"/>
                  </a:lnTo>
                  <a:lnTo>
                    <a:pt x="377" y="485"/>
                  </a:lnTo>
                  <a:lnTo>
                    <a:pt x="337" y="487"/>
                  </a:lnTo>
                  <a:lnTo>
                    <a:pt x="293" y="481"/>
                  </a:lnTo>
                  <a:lnTo>
                    <a:pt x="249" y="470"/>
                  </a:lnTo>
                  <a:lnTo>
                    <a:pt x="204" y="453"/>
                  </a:lnTo>
                  <a:lnTo>
                    <a:pt x="164" y="432"/>
                  </a:lnTo>
                  <a:lnTo>
                    <a:pt x="124" y="403"/>
                  </a:lnTo>
                  <a:lnTo>
                    <a:pt x="90" y="371"/>
                  </a:lnTo>
                  <a:lnTo>
                    <a:pt x="59" y="333"/>
                  </a:lnTo>
                  <a:lnTo>
                    <a:pt x="36" y="291"/>
                  </a:lnTo>
                  <a:lnTo>
                    <a:pt x="17" y="246"/>
                  </a:lnTo>
                  <a:lnTo>
                    <a:pt x="6" y="206"/>
                  </a:lnTo>
                  <a:lnTo>
                    <a:pt x="0" y="170"/>
                  </a:lnTo>
                  <a:lnTo>
                    <a:pt x="2" y="141"/>
                  </a:lnTo>
                  <a:lnTo>
                    <a:pt x="6" y="113"/>
                  </a:lnTo>
                  <a:lnTo>
                    <a:pt x="17" y="90"/>
                  </a:lnTo>
                  <a:lnTo>
                    <a:pt x="29" y="69"/>
                  </a:lnTo>
                  <a:lnTo>
                    <a:pt x="46" y="54"/>
                  </a:lnTo>
                  <a:lnTo>
                    <a:pt x="61" y="38"/>
                  </a:lnTo>
                  <a:lnTo>
                    <a:pt x="78" y="27"/>
                  </a:lnTo>
                  <a:lnTo>
                    <a:pt x="93" y="17"/>
                  </a:lnTo>
                  <a:lnTo>
                    <a:pt x="110" y="12"/>
                  </a:lnTo>
                  <a:lnTo>
                    <a:pt x="122" y="6"/>
                  </a:lnTo>
                  <a:lnTo>
                    <a:pt x="133" y="4"/>
                  </a:lnTo>
                  <a:lnTo>
                    <a:pt x="141" y="2"/>
                  </a:lnTo>
                  <a:lnTo>
                    <a:pt x="145" y="2"/>
                  </a:lnTo>
                  <a:lnTo>
                    <a:pt x="171" y="103"/>
                  </a:lnTo>
                  <a:lnTo>
                    <a:pt x="164" y="105"/>
                  </a:lnTo>
                  <a:lnTo>
                    <a:pt x="148" y="113"/>
                  </a:lnTo>
                  <a:lnTo>
                    <a:pt x="139" y="118"/>
                  </a:lnTo>
                  <a:lnTo>
                    <a:pt x="129" y="128"/>
                  </a:lnTo>
                  <a:lnTo>
                    <a:pt x="120" y="137"/>
                  </a:lnTo>
                  <a:lnTo>
                    <a:pt x="114" y="151"/>
                  </a:lnTo>
                  <a:lnTo>
                    <a:pt x="107" y="162"/>
                  </a:lnTo>
                  <a:lnTo>
                    <a:pt x="105" y="179"/>
                  </a:lnTo>
                  <a:lnTo>
                    <a:pt x="103" y="194"/>
                  </a:lnTo>
                  <a:lnTo>
                    <a:pt x="109" y="215"/>
                  </a:lnTo>
                  <a:lnTo>
                    <a:pt x="116" y="236"/>
                  </a:lnTo>
                  <a:lnTo>
                    <a:pt x="131" y="261"/>
                  </a:lnTo>
                  <a:lnTo>
                    <a:pt x="148" y="286"/>
                  </a:lnTo>
                  <a:lnTo>
                    <a:pt x="177" y="316"/>
                  </a:lnTo>
                  <a:lnTo>
                    <a:pt x="206" y="341"/>
                  </a:lnTo>
                  <a:lnTo>
                    <a:pt x="236" y="360"/>
                  </a:lnTo>
                  <a:lnTo>
                    <a:pt x="266" y="373"/>
                  </a:lnTo>
                  <a:lnTo>
                    <a:pt x="299" y="384"/>
                  </a:lnTo>
                  <a:lnTo>
                    <a:pt x="327" y="390"/>
                  </a:lnTo>
                  <a:lnTo>
                    <a:pt x="358" y="390"/>
                  </a:lnTo>
                  <a:lnTo>
                    <a:pt x="384" y="386"/>
                  </a:lnTo>
                  <a:lnTo>
                    <a:pt x="411" y="381"/>
                  </a:lnTo>
                  <a:lnTo>
                    <a:pt x="430" y="367"/>
                  </a:lnTo>
                  <a:lnTo>
                    <a:pt x="447" y="354"/>
                  </a:lnTo>
                  <a:lnTo>
                    <a:pt x="458" y="337"/>
                  </a:lnTo>
                  <a:lnTo>
                    <a:pt x="466" y="320"/>
                  </a:lnTo>
                  <a:lnTo>
                    <a:pt x="466" y="297"/>
                  </a:lnTo>
                  <a:lnTo>
                    <a:pt x="460" y="274"/>
                  </a:lnTo>
                  <a:lnTo>
                    <a:pt x="445" y="249"/>
                  </a:lnTo>
                  <a:lnTo>
                    <a:pt x="424" y="225"/>
                  </a:lnTo>
                  <a:lnTo>
                    <a:pt x="396" y="196"/>
                  </a:lnTo>
                  <a:lnTo>
                    <a:pt x="371" y="175"/>
                  </a:lnTo>
                  <a:lnTo>
                    <a:pt x="346" y="156"/>
                  </a:lnTo>
                  <a:lnTo>
                    <a:pt x="325" y="141"/>
                  </a:lnTo>
                  <a:lnTo>
                    <a:pt x="302" y="128"/>
                  </a:lnTo>
                  <a:lnTo>
                    <a:pt x="283" y="116"/>
                  </a:lnTo>
                  <a:lnTo>
                    <a:pt x="264" y="109"/>
                  </a:lnTo>
                  <a:lnTo>
                    <a:pt x="249" y="105"/>
                  </a:lnTo>
                  <a:lnTo>
                    <a:pt x="232" y="99"/>
                  </a:lnTo>
                  <a:lnTo>
                    <a:pt x="221" y="97"/>
                  </a:lnTo>
                  <a:lnTo>
                    <a:pt x="207" y="95"/>
                  </a:lnTo>
                  <a:lnTo>
                    <a:pt x="200" y="95"/>
                  </a:lnTo>
                  <a:lnTo>
                    <a:pt x="188" y="95"/>
                  </a:lnTo>
                  <a:lnTo>
                    <a:pt x="185" y="97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2550" y="1844"/>
              <a:ext cx="153" cy="201"/>
            </a:xfrm>
            <a:custGeom>
              <a:avLst/>
              <a:gdLst>
                <a:gd name="T0" fmla="*/ 152 w 491"/>
                <a:gd name="T1" fmla="*/ 101 h 724"/>
                <a:gd name="T2" fmla="*/ 149 w 491"/>
                <a:gd name="T3" fmla="*/ 92 h 724"/>
                <a:gd name="T4" fmla="*/ 143 w 491"/>
                <a:gd name="T5" fmla="*/ 77 h 724"/>
                <a:gd name="T6" fmla="*/ 133 w 491"/>
                <a:gd name="T7" fmla="*/ 59 h 724"/>
                <a:gd name="T8" fmla="*/ 120 w 491"/>
                <a:gd name="T9" fmla="*/ 40 h 724"/>
                <a:gd name="T10" fmla="*/ 106 w 491"/>
                <a:gd name="T11" fmla="*/ 22 h 724"/>
                <a:gd name="T12" fmla="*/ 89 w 491"/>
                <a:gd name="T13" fmla="*/ 8 h 724"/>
                <a:gd name="T14" fmla="*/ 72 w 491"/>
                <a:gd name="T15" fmla="*/ 1 h 724"/>
                <a:gd name="T16" fmla="*/ 54 w 491"/>
                <a:gd name="T17" fmla="*/ 1 h 724"/>
                <a:gd name="T18" fmla="*/ 37 w 491"/>
                <a:gd name="T19" fmla="*/ 9 h 724"/>
                <a:gd name="T20" fmla="*/ 22 w 491"/>
                <a:gd name="T21" fmla="*/ 25 h 724"/>
                <a:gd name="T22" fmla="*/ 11 w 491"/>
                <a:gd name="T23" fmla="*/ 46 h 724"/>
                <a:gd name="T24" fmla="*/ 3 w 491"/>
                <a:gd name="T25" fmla="*/ 71 h 724"/>
                <a:gd name="T26" fmla="*/ 0 w 491"/>
                <a:gd name="T27" fmla="*/ 97 h 724"/>
                <a:gd name="T28" fmla="*/ 2 w 491"/>
                <a:gd name="T29" fmla="*/ 124 h 724"/>
                <a:gd name="T30" fmla="*/ 11 w 491"/>
                <a:gd name="T31" fmla="*/ 150 h 724"/>
                <a:gd name="T32" fmla="*/ 25 w 491"/>
                <a:gd name="T33" fmla="*/ 172 h 724"/>
                <a:gd name="T34" fmla="*/ 42 w 491"/>
                <a:gd name="T35" fmla="*/ 187 h 724"/>
                <a:gd name="T36" fmla="*/ 60 w 491"/>
                <a:gd name="T37" fmla="*/ 195 h 724"/>
                <a:gd name="T38" fmla="*/ 77 w 491"/>
                <a:gd name="T39" fmla="*/ 200 h 724"/>
                <a:gd name="T40" fmla="*/ 93 w 491"/>
                <a:gd name="T41" fmla="*/ 200 h 724"/>
                <a:gd name="T42" fmla="*/ 107 w 491"/>
                <a:gd name="T43" fmla="*/ 199 h 724"/>
                <a:gd name="T44" fmla="*/ 117 w 491"/>
                <a:gd name="T45" fmla="*/ 197 h 724"/>
                <a:gd name="T46" fmla="*/ 123 w 491"/>
                <a:gd name="T47" fmla="*/ 196 h 724"/>
                <a:gd name="T48" fmla="*/ 103 w 491"/>
                <a:gd name="T49" fmla="*/ 173 h 724"/>
                <a:gd name="T50" fmla="*/ 100 w 491"/>
                <a:gd name="T51" fmla="*/ 173 h 724"/>
                <a:gd name="T52" fmla="*/ 92 w 491"/>
                <a:gd name="T53" fmla="*/ 174 h 724"/>
                <a:gd name="T54" fmla="*/ 81 w 491"/>
                <a:gd name="T55" fmla="*/ 173 h 724"/>
                <a:gd name="T56" fmla="*/ 69 w 491"/>
                <a:gd name="T57" fmla="*/ 170 h 724"/>
                <a:gd name="T58" fmla="*/ 56 w 491"/>
                <a:gd name="T59" fmla="*/ 162 h 724"/>
                <a:gd name="T60" fmla="*/ 46 w 491"/>
                <a:gd name="T61" fmla="*/ 150 h 724"/>
                <a:gd name="T62" fmla="*/ 37 w 491"/>
                <a:gd name="T63" fmla="*/ 131 h 724"/>
                <a:gd name="T64" fmla="*/ 34 w 491"/>
                <a:gd name="T65" fmla="*/ 105 h 724"/>
                <a:gd name="T66" fmla="*/ 35 w 491"/>
                <a:gd name="T67" fmla="*/ 76 h 724"/>
                <a:gd name="T68" fmla="*/ 41 w 491"/>
                <a:gd name="T69" fmla="*/ 54 h 724"/>
                <a:gd name="T70" fmla="*/ 52 w 491"/>
                <a:gd name="T71" fmla="*/ 40 h 724"/>
                <a:gd name="T72" fmla="*/ 66 w 491"/>
                <a:gd name="T73" fmla="*/ 34 h 724"/>
                <a:gd name="T74" fmla="*/ 81 w 491"/>
                <a:gd name="T75" fmla="*/ 37 h 724"/>
                <a:gd name="T76" fmla="*/ 97 w 491"/>
                <a:gd name="T77" fmla="*/ 50 h 724"/>
                <a:gd name="T78" fmla="*/ 112 w 491"/>
                <a:gd name="T79" fmla="*/ 74 h 724"/>
                <a:gd name="T80" fmla="*/ 128 w 491"/>
                <a:gd name="T81" fmla="*/ 111 h 724"/>
                <a:gd name="T82" fmla="*/ 135 w 491"/>
                <a:gd name="T83" fmla="*/ 108 h 724"/>
                <a:gd name="T84" fmla="*/ 142 w 491"/>
                <a:gd name="T85" fmla="*/ 106 h 724"/>
                <a:gd name="T86" fmla="*/ 153 w 491"/>
                <a:gd name="T87" fmla="*/ 103 h 72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91"/>
                <a:gd name="T133" fmla="*/ 0 h 724"/>
                <a:gd name="T134" fmla="*/ 491 w 491"/>
                <a:gd name="T135" fmla="*/ 724 h 72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91" h="724">
                  <a:moveTo>
                    <a:pt x="491" y="372"/>
                  </a:moveTo>
                  <a:lnTo>
                    <a:pt x="489" y="365"/>
                  </a:lnTo>
                  <a:lnTo>
                    <a:pt x="487" y="353"/>
                  </a:lnTo>
                  <a:lnTo>
                    <a:pt x="479" y="332"/>
                  </a:lnTo>
                  <a:lnTo>
                    <a:pt x="472" y="310"/>
                  </a:lnTo>
                  <a:lnTo>
                    <a:pt x="458" y="279"/>
                  </a:lnTo>
                  <a:lnTo>
                    <a:pt x="445" y="247"/>
                  </a:lnTo>
                  <a:lnTo>
                    <a:pt x="426" y="213"/>
                  </a:lnTo>
                  <a:lnTo>
                    <a:pt x="409" y="180"/>
                  </a:lnTo>
                  <a:lnTo>
                    <a:pt x="386" y="144"/>
                  </a:lnTo>
                  <a:lnTo>
                    <a:pt x="363" y="110"/>
                  </a:lnTo>
                  <a:lnTo>
                    <a:pt x="339" y="80"/>
                  </a:lnTo>
                  <a:lnTo>
                    <a:pt x="314" y="53"/>
                  </a:lnTo>
                  <a:lnTo>
                    <a:pt x="285" y="28"/>
                  </a:lnTo>
                  <a:lnTo>
                    <a:pt x="259" y="11"/>
                  </a:lnTo>
                  <a:lnTo>
                    <a:pt x="230" y="2"/>
                  </a:lnTo>
                  <a:lnTo>
                    <a:pt x="204" y="0"/>
                  </a:lnTo>
                  <a:lnTo>
                    <a:pt x="173" y="4"/>
                  </a:lnTo>
                  <a:lnTo>
                    <a:pt x="147" y="15"/>
                  </a:lnTo>
                  <a:lnTo>
                    <a:pt x="118" y="34"/>
                  </a:lnTo>
                  <a:lnTo>
                    <a:pt x="95" y="61"/>
                  </a:lnTo>
                  <a:lnTo>
                    <a:pt x="72" y="91"/>
                  </a:lnTo>
                  <a:lnTo>
                    <a:pt x="53" y="127"/>
                  </a:lnTo>
                  <a:lnTo>
                    <a:pt x="36" y="165"/>
                  </a:lnTo>
                  <a:lnTo>
                    <a:pt x="23" y="211"/>
                  </a:lnTo>
                  <a:lnTo>
                    <a:pt x="10" y="254"/>
                  </a:lnTo>
                  <a:lnTo>
                    <a:pt x="4" y="302"/>
                  </a:lnTo>
                  <a:lnTo>
                    <a:pt x="0" y="351"/>
                  </a:lnTo>
                  <a:lnTo>
                    <a:pt x="2" y="401"/>
                  </a:lnTo>
                  <a:lnTo>
                    <a:pt x="6" y="448"/>
                  </a:lnTo>
                  <a:lnTo>
                    <a:pt x="17" y="496"/>
                  </a:lnTo>
                  <a:lnTo>
                    <a:pt x="34" y="540"/>
                  </a:lnTo>
                  <a:lnTo>
                    <a:pt x="57" y="583"/>
                  </a:lnTo>
                  <a:lnTo>
                    <a:pt x="80" y="618"/>
                  </a:lnTo>
                  <a:lnTo>
                    <a:pt x="107" y="648"/>
                  </a:lnTo>
                  <a:lnTo>
                    <a:pt x="135" y="673"/>
                  </a:lnTo>
                  <a:lnTo>
                    <a:pt x="164" y="692"/>
                  </a:lnTo>
                  <a:lnTo>
                    <a:pt x="192" y="703"/>
                  </a:lnTo>
                  <a:lnTo>
                    <a:pt x="221" y="714"/>
                  </a:lnTo>
                  <a:lnTo>
                    <a:pt x="247" y="720"/>
                  </a:lnTo>
                  <a:lnTo>
                    <a:pt x="276" y="724"/>
                  </a:lnTo>
                  <a:lnTo>
                    <a:pt x="299" y="722"/>
                  </a:lnTo>
                  <a:lnTo>
                    <a:pt x="323" y="722"/>
                  </a:lnTo>
                  <a:lnTo>
                    <a:pt x="344" y="718"/>
                  </a:lnTo>
                  <a:lnTo>
                    <a:pt x="363" y="714"/>
                  </a:lnTo>
                  <a:lnTo>
                    <a:pt x="377" y="711"/>
                  </a:lnTo>
                  <a:lnTo>
                    <a:pt x="390" y="707"/>
                  </a:lnTo>
                  <a:lnTo>
                    <a:pt x="396" y="705"/>
                  </a:lnTo>
                  <a:lnTo>
                    <a:pt x="399" y="705"/>
                  </a:lnTo>
                  <a:lnTo>
                    <a:pt x="329" y="623"/>
                  </a:lnTo>
                  <a:lnTo>
                    <a:pt x="325" y="623"/>
                  </a:lnTo>
                  <a:lnTo>
                    <a:pt x="320" y="623"/>
                  </a:lnTo>
                  <a:lnTo>
                    <a:pt x="308" y="625"/>
                  </a:lnTo>
                  <a:lnTo>
                    <a:pt x="295" y="627"/>
                  </a:lnTo>
                  <a:lnTo>
                    <a:pt x="278" y="625"/>
                  </a:lnTo>
                  <a:lnTo>
                    <a:pt x="261" y="623"/>
                  </a:lnTo>
                  <a:lnTo>
                    <a:pt x="242" y="619"/>
                  </a:lnTo>
                  <a:lnTo>
                    <a:pt x="223" y="614"/>
                  </a:lnTo>
                  <a:lnTo>
                    <a:pt x="202" y="600"/>
                  </a:lnTo>
                  <a:lnTo>
                    <a:pt x="181" y="585"/>
                  </a:lnTo>
                  <a:lnTo>
                    <a:pt x="162" y="566"/>
                  </a:lnTo>
                  <a:lnTo>
                    <a:pt x="147" y="541"/>
                  </a:lnTo>
                  <a:lnTo>
                    <a:pt x="129" y="509"/>
                  </a:lnTo>
                  <a:lnTo>
                    <a:pt x="120" y="473"/>
                  </a:lnTo>
                  <a:lnTo>
                    <a:pt x="110" y="427"/>
                  </a:lnTo>
                  <a:lnTo>
                    <a:pt x="108" y="378"/>
                  </a:lnTo>
                  <a:lnTo>
                    <a:pt x="107" y="323"/>
                  </a:lnTo>
                  <a:lnTo>
                    <a:pt x="112" y="275"/>
                  </a:lnTo>
                  <a:lnTo>
                    <a:pt x="120" y="232"/>
                  </a:lnTo>
                  <a:lnTo>
                    <a:pt x="133" y="196"/>
                  </a:lnTo>
                  <a:lnTo>
                    <a:pt x="148" y="165"/>
                  </a:lnTo>
                  <a:lnTo>
                    <a:pt x="166" y="144"/>
                  </a:lnTo>
                  <a:lnTo>
                    <a:pt x="186" y="129"/>
                  </a:lnTo>
                  <a:lnTo>
                    <a:pt x="211" y="123"/>
                  </a:lnTo>
                  <a:lnTo>
                    <a:pt x="234" y="123"/>
                  </a:lnTo>
                  <a:lnTo>
                    <a:pt x="259" y="133"/>
                  </a:lnTo>
                  <a:lnTo>
                    <a:pt x="285" y="150"/>
                  </a:lnTo>
                  <a:lnTo>
                    <a:pt x="312" y="180"/>
                  </a:lnTo>
                  <a:lnTo>
                    <a:pt x="337" y="218"/>
                  </a:lnTo>
                  <a:lnTo>
                    <a:pt x="361" y="268"/>
                  </a:lnTo>
                  <a:lnTo>
                    <a:pt x="386" y="327"/>
                  </a:lnTo>
                  <a:lnTo>
                    <a:pt x="411" y="399"/>
                  </a:lnTo>
                  <a:lnTo>
                    <a:pt x="420" y="393"/>
                  </a:lnTo>
                  <a:lnTo>
                    <a:pt x="432" y="389"/>
                  </a:lnTo>
                  <a:lnTo>
                    <a:pt x="443" y="386"/>
                  </a:lnTo>
                  <a:lnTo>
                    <a:pt x="455" y="382"/>
                  </a:lnTo>
                  <a:lnTo>
                    <a:pt x="474" y="376"/>
                  </a:lnTo>
                  <a:lnTo>
                    <a:pt x="491" y="372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2327" y="1756"/>
              <a:ext cx="140" cy="145"/>
            </a:xfrm>
            <a:custGeom>
              <a:avLst/>
              <a:gdLst>
                <a:gd name="T0" fmla="*/ 0 w 453"/>
                <a:gd name="T1" fmla="*/ 31 h 522"/>
                <a:gd name="T2" fmla="*/ 1 w 453"/>
                <a:gd name="T3" fmla="*/ 31 h 522"/>
                <a:gd name="T4" fmla="*/ 3 w 453"/>
                <a:gd name="T5" fmla="*/ 34 h 522"/>
                <a:gd name="T6" fmla="*/ 6 w 453"/>
                <a:gd name="T7" fmla="*/ 37 h 522"/>
                <a:gd name="T8" fmla="*/ 12 w 453"/>
                <a:gd name="T9" fmla="*/ 43 h 522"/>
                <a:gd name="T10" fmla="*/ 18 w 453"/>
                <a:gd name="T11" fmla="*/ 49 h 522"/>
                <a:gd name="T12" fmla="*/ 26 w 453"/>
                <a:gd name="T13" fmla="*/ 57 h 522"/>
                <a:gd name="T14" fmla="*/ 34 w 453"/>
                <a:gd name="T15" fmla="*/ 65 h 522"/>
                <a:gd name="T16" fmla="*/ 44 w 453"/>
                <a:gd name="T17" fmla="*/ 75 h 522"/>
                <a:gd name="T18" fmla="*/ 53 w 453"/>
                <a:gd name="T19" fmla="*/ 84 h 522"/>
                <a:gd name="T20" fmla="*/ 64 w 453"/>
                <a:gd name="T21" fmla="*/ 93 h 522"/>
                <a:gd name="T22" fmla="*/ 74 w 453"/>
                <a:gd name="T23" fmla="*/ 103 h 522"/>
                <a:gd name="T24" fmla="*/ 85 w 453"/>
                <a:gd name="T25" fmla="*/ 113 h 522"/>
                <a:gd name="T26" fmla="*/ 95 w 453"/>
                <a:gd name="T27" fmla="*/ 121 h 522"/>
                <a:gd name="T28" fmla="*/ 105 w 453"/>
                <a:gd name="T29" fmla="*/ 130 h 522"/>
                <a:gd name="T30" fmla="*/ 115 w 453"/>
                <a:gd name="T31" fmla="*/ 138 h 522"/>
                <a:gd name="T32" fmla="*/ 125 w 453"/>
                <a:gd name="T33" fmla="*/ 145 h 522"/>
                <a:gd name="T34" fmla="*/ 140 w 453"/>
                <a:gd name="T35" fmla="*/ 115 h 522"/>
                <a:gd name="T36" fmla="*/ 139 w 453"/>
                <a:gd name="T37" fmla="*/ 113 h 522"/>
                <a:gd name="T38" fmla="*/ 135 w 453"/>
                <a:gd name="T39" fmla="*/ 110 h 522"/>
                <a:gd name="T40" fmla="*/ 130 w 453"/>
                <a:gd name="T41" fmla="*/ 105 h 522"/>
                <a:gd name="T42" fmla="*/ 123 w 453"/>
                <a:gd name="T43" fmla="*/ 99 h 522"/>
                <a:gd name="T44" fmla="*/ 114 w 453"/>
                <a:gd name="T45" fmla="*/ 91 h 522"/>
                <a:gd name="T46" fmla="*/ 105 w 453"/>
                <a:gd name="T47" fmla="*/ 82 h 522"/>
                <a:gd name="T48" fmla="*/ 95 w 453"/>
                <a:gd name="T49" fmla="*/ 72 h 522"/>
                <a:gd name="T50" fmla="*/ 85 w 453"/>
                <a:gd name="T51" fmla="*/ 63 h 522"/>
                <a:gd name="T52" fmla="*/ 74 w 453"/>
                <a:gd name="T53" fmla="*/ 52 h 522"/>
                <a:gd name="T54" fmla="*/ 64 w 453"/>
                <a:gd name="T55" fmla="*/ 43 h 522"/>
                <a:gd name="T56" fmla="*/ 53 w 453"/>
                <a:gd name="T57" fmla="*/ 32 h 522"/>
                <a:gd name="T58" fmla="*/ 45 w 453"/>
                <a:gd name="T59" fmla="*/ 24 h 522"/>
                <a:gd name="T60" fmla="*/ 38 w 453"/>
                <a:gd name="T61" fmla="*/ 15 h 522"/>
                <a:gd name="T62" fmla="*/ 32 w 453"/>
                <a:gd name="T63" fmla="*/ 9 h 522"/>
                <a:gd name="T64" fmla="*/ 28 w 453"/>
                <a:gd name="T65" fmla="*/ 3 h 522"/>
                <a:gd name="T66" fmla="*/ 26 w 453"/>
                <a:gd name="T67" fmla="*/ 0 h 522"/>
                <a:gd name="T68" fmla="*/ 0 w 453"/>
                <a:gd name="T69" fmla="*/ 31 h 522"/>
                <a:gd name="T70" fmla="*/ 0 w 453"/>
                <a:gd name="T71" fmla="*/ 31 h 5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53"/>
                <a:gd name="T109" fmla="*/ 0 h 522"/>
                <a:gd name="T110" fmla="*/ 453 w 453"/>
                <a:gd name="T111" fmla="*/ 522 h 52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53" h="522">
                  <a:moveTo>
                    <a:pt x="0" y="110"/>
                  </a:moveTo>
                  <a:lnTo>
                    <a:pt x="2" y="112"/>
                  </a:lnTo>
                  <a:lnTo>
                    <a:pt x="10" y="121"/>
                  </a:lnTo>
                  <a:lnTo>
                    <a:pt x="21" y="134"/>
                  </a:lnTo>
                  <a:lnTo>
                    <a:pt x="40" y="155"/>
                  </a:lnTo>
                  <a:lnTo>
                    <a:pt x="59" y="178"/>
                  </a:lnTo>
                  <a:lnTo>
                    <a:pt x="84" y="207"/>
                  </a:lnTo>
                  <a:lnTo>
                    <a:pt x="111" y="235"/>
                  </a:lnTo>
                  <a:lnTo>
                    <a:pt x="143" y="269"/>
                  </a:lnTo>
                  <a:lnTo>
                    <a:pt x="172" y="302"/>
                  </a:lnTo>
                  <a:lnTo>
                    <a:pt x="206" y="336"/>
                  </a:lnTo>
                  <a:lnTo>
                    <a:pt x="240" y="370"/>
                  </a:lnTo>
                  <a:lnTo>
                    <a:pt x="274" y="406"/>
                  </a:lnTo>
                  <a:lnTo>
                    <a:pt x="307" y="437"/>
                  </a:lnTo>
                  <a:lnTo>
                    <a:pt x="341" y="469"/>
                  </a:lnTo>
                  <a:lnTo>
                    <a:pt x="373" y="496"/>
                  </a:lnTo>
                  <a:lnTo>
                    <a:pt x="405" y="522"/>
                  </a:lnTo>
                  <a:lnTo>
                    <a:pt x="453" y="414"/>
                  </a:lnTo>
                  <a:lnTo>
                    <a:pt x="449" y="408"/>
                  </a:lnTo>
                  <a:lnTo>
                    <a:pt x="436" y="397"/>
                  </a:lnTo>
                  <a:lnTo>
                    <a:pt x="421" y="378"/>
                  </a:lnTo>
                  <a:lnTo>
                    <a:pt x="398" y="355"/>
                  </a:lnTo>
                  <a:lnTo>
                    <a:pt x="369" y="326"/>
                  </a:lnTo>
                  <a:lnTo>
                    <a:pt x="339" y="294"/>
                  </a:lnTo>
                  <a:lnTo>
                    <a:pt x="307" y="260"/>
                  </a:lnTo>
                  <a:lnTo>
                    <a:pt x="274" y="226"/>
                  </a:lnTo>
                  <a:lnTo>
                    <a:pt x="240" y="188"/>
                  </a:lnTo>
                  <a:lnTo>
                    <a:pt x="206" y="154"/>
                  </a:lnTo>
                  <a:lnTo>
                    <a:pt x="173" y="117"/>
                  </a:lnTo>
                  <a:lnTo>
                    <a:pt x="147" y="87"/>
                  </a:lnTo>
                  <a:lnTo>
                    <a:pt x="122" y="55"/>
                  </a:lnTo>
                  <a:lnTo>
                    <a:pt x="103" y="32"/>
                  </a:lnTo>
                  <a:lnTo>
                    <a:pt x="90" y="11"/>
                  </a:lnTo>
                  <a:lnTo>
                    <a:pt x="84" y="0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2312" y="1798"/>
              <a:ext cx="158" cy="194"/>
            </a:xfrm>
            <a:custGeom>
              <a:avLst/>
              <a:gdLst>
                <a:gd name="T0" fmla="*/ 39 w 504"/>
                <a:gd name="T1" fmla="*/ 1 h 701"/>
                <a:gd name="T2" fmla="*/ 32 w 504"/>
                <a:gd name="T3" fmla="*/ 13 h 701"/>
                <a:gd name="T4" fmla="*/ 21 w 504"/>
                <a:gd name="T5" fmla="*/ 35 h 701"/>
                <a:gd name="T6" fmla="*/ 11 w 504"/>
                <a:gd name="T7" fmla="*/ 64 h 701"/>
                <a:gd name="T8" fmla="*/ 2 w 504"/>
                <a:gd name="T9" fmla="*/ 95 h 701"/>
                <a:gd name="T10" fmla="*/ 0 w 504"/>
                <a:gd name="T11" fmla="*/ 126 h 701"/>
                <a:gd name="T12" fmla="*/ 7 w 504"/>
                <a:gd name="T13" fmla="*/ 156 h 701"/>
                <a:gd name="T14" fmla="*/ 26 w 504"/>
                <a:gd name="T15" fmla="*/ 178 h 701"/>
                <a:gd name="T16" fmla="*/ 58 w 504"/>
                <a:gd name="T17" fmla="*/ 192 h 701"/>
                <a:gd name="T18" fmla="*/ 86 w 504"/>
                <a:gd name="T19" fmla="*/ 193 h 701"/>
                <a:gd name="T20" fmla="*/ 110 w 504"/>
                <a:gd name="T21" fmla="*/ 184 h 701"/>
                <a:gd name="T22" fmla="*/ 128 w 504"/>
                <a:gd name="T23" fmla="*/ 168 h 701"/>
                <a:gd name="T24" fmla="*/ 140 w 504"/>
                <a:gd name="T25" fmla="*/ 149 h 701"/>
                <a:gd name="T26" fmla="*/ 150 w 504"/>
                <a:gd name="T27" fmla="*/ 128 h 701"/>
                <a:gd name="T28" fmla="*/ 155 w 504"/>
                <a:gd name="T29" fmla="*/ 109 h 701"/>
                <a:gd name="T30" fmla="*/ 157 w 504"/>
                <a:gd name="T31" fmla="*/ 95 h 701"/>
                <a:gd name="T32" fmla="*/ 156 w 504"/>
                <a:gd name="T33" fmla="*/ 88 h 701"/>
                <a:gd name="T34" fmla="*/ 153 w 504"/>
                <a:gd name="T35" fmla="*/ 84 h 701"/>
                <a:gd name="T36" fmla="*/ 147 w 504"/>
                <a:gd name="T37" fmla="*/ 81 h 701"/>
                <a:gd name="T38" fmla="*/ 137 w 504"/>
                <a:gd name="T39" fmla="*/ 82 h 701"/>
                <a:gd name="T40" fmla="*/ 129 w 504"/>
                <a:gd name="T41" fmla="*/ 84 h 701"/>
                <a:gd name="T42" fmla="*/ 128 w 504"/>
                <a:gd name="T43" fmla="*/ 86 h 701"/>
                <a:gd name="T44" fmla="*/ 126 w 504"/>
                <a:gd name="T45" fmla="*/ 94 h 701"/>
                <a:gd name="T46" fmla="*/ 122 w 504"/>
                <a:gd name="T47" fmla="*/ 109 h 701"/>
                <a:gd name="T48" fmla="*/ 115 w 504"/>
                <a:gd name="T49" fmla="*/ 127 h 701"/>
                <a:gd name="T50" fmla="*/ 106 w 504"/>
                <a:gd name="T51" fmla="*/ 144 h 701"/>
                <a:gd name="T52" fmla="*/ 95 w 504"/>
                <a:gd name="T53" fmla="*/ 158 h 701"/>
                <a:gd name="T54" fmla="*/ 81 w 504"/>
                <a:gd name="T55" fmla="*/ 165 h 701"/>
                <a:gd name="T56" fmla="*/ 64 w 504"/>
                <a:gd name="T57" fmla="*/ 162 h 701"/>
                <a:gd name="T58" fmla="*/ 45 w 504"/>
                <a:gd name="T59" fmla="*/ 147 h 701"/>
                <a:gd name="T60" fmla="*/ 36 w 504"/>
                <a:gd name="T61" fmla="*/ 128 h 701"/>
                <a:gd name="T62" fmla="*/ 35 w 504"/>
                <a:gd name="T63" fmla="*/ 106 h 701"/>
                <a:gd name="T64" fmla="*/ 39 w 504"/>
                <a:gd name="T65" fmla="*/ 84 h 701"/>
                <a:gd name="T66" fmla="*/ 48 w 504"/>
                <a:gd name="T67" fmla="*/ 63 h 701"/>
                <a:gd name="T68" fmla="*/ 58 w 504"/>
                <a:gd name="T69" fmla="*/ 45 h 701"/>
                <a:gd name="T70" fmla="*/ 67 w 504"/>
                <a:gd name="T71" fmla="*/ 32 h 701"/>
                <a:gd name="T72" fmla="*/ 73 w 504"/>
                <a:gd name="T73" fmla="*/ 24 h 701"/>
                <a:gd name="T74" fmla="*/ 40 w 504"/>
                <a:gd name="T75" fmla="*/ 0 h 70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04"/>
                <a:gd name="T115" fmla="*/ 0 h 701"/>
                <a:gd name="T116" fmla="*/ 504 w 504"/>
                <a:gd name="T117" fmla="*/ 701 h 70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04" h="701">
                  <a:moveTo>
                    <a:pt x="127" y="0"/>
                  </a:moveTo>
                  <a:lnTo>
                    <a:pt x="123" y="5"/>
                  </a:lnTo>
                  <a:lnTo>
                    <a:pt x="114" y="22"/>
                  </a:lnTo>
                  <a:lnTo>
                    <a:pt x="101" y="47"/>
                  </a:lnTo>
                  <a:lnTo>
                    <a:pt x="85" y="85"/>
                  </a:lnTo>
                  <a:lnTo>
                    <a:pt x="68" y="127"/>
                  </a:lnTo>
                  <a:lnTo>
                    <a:pt x="51" y="176"/>
                  </a:lnTo>
                  <a:lnTo>
                    <a:pt x="34" y="230"/>
                  </a:lnTo>
                  <a:lnTo>
                    <a:pt x="21" y="287"/>
                  </a:lnTo>
                  <a:lnTo>
                    <a:pt x="7" y="344"/>
                  </a:lnTo>
                  <a:lnTo>
                    <a:pt x="2" y="401"/>
                  </a:lnTo>
                  <a:lnTo>
                    <a:pt x="0" y="456"/>
                  </a:lnTo>
                  <a:lnTo>
                    <a:pt x="7" y="513"/>
                  </a:lnTo>
                  <a:lnTo>
                    <a:pt x="21" y="562"/>
                  </a:lnTo>
                  <a:lnTo>
                    <a:pt x="47" y="606"/>
                  </a:lnTo>
                  <a:lnTo>
                    <a:pt x="83" y="644"/>
                  </a:lnTo>
                  <a:lnTo>
                    <a:pt x="133" y="676"/>
                  </a:lnTo>
                  <a:lnTo>
                    <a:pt x="184" y="693"/>
                  </a:lnTo>
                  <a:lnTo>
                    <a:pt x="232" y="701"/>
                  </a:lnTo>
                  <a:lnTo>
                    <a:pt x="275" y="697"/>
                  </a:lnTo>
                  <a:lnTo>
                    <a:pt x="315" y="686"/>
                  </a:lnTo>
                  <a:lnTo>
                    <a:pt x="350" y="665"/>
                  </a:lnTo>
                  <a:lnTo>
                    <a:pt x="380" y="640"/>
                  </a:lnTo>
                  <a:lnTo>
                    <a:pt x="407" y="608"/>
                  </a:lnTo>
                  <a:lnTo>
                    <a:pt x="431" y="576"/>
                  </a:lnTo>
                  <a:lnTo>
                    <a:pt x="448" y="538"/>
                  </a:lnTo>
                  <a:lnTo>
                    <a:pt x="466" y="500"/>
                  </a:lnTo>
                  <a:lnTo>
                    <a:pt x="477" y="461"/>
                  </a:lnTo>
                  <a:lnTo>
                    <a:pt x="488" y="427"/>
                  </a:lnTo>
                  <a:lnTo>
                    <a:pt x="496" y="393"/>
                  </a:lnTo>
                  <a:lnTo>
                    <a:pt x="502" y="366"/>
                  </a:lnTo>
                  <a:lnTo>
                    <a:pt x="502" y="344"/>
                  </a:lnTo>
                  <a:lnTo>
                    <a:pt x="504" y="328"/>
                  </a:lnTo>
                  <a:lnTo>
                    <a:pt x="498" y="317"/>
                  </a:lnTo>
                  <a:lnTo>
                    <a:pt x="496" y="309"/>
                  </a:lnTo>
                  <a:lnTo>
                    <a:pt x="488" y="302"/>
                  </a:lnTo>
                  <a:lnTo>
                    <a:pt x="485" y="298"/>
                  </a:lnTo>
                  <a:lnTo>
                    <a:pt x="469" y="292"/>
                  </a:lnTo>
                  <a:lnTo>
                    <a:pt x="454" y="294"/>
                  </a:lnTo>
                  <a:lnTo>
                    <a:pt x="437" y="296"/>
                  </a:lnTo>
                  <a:lnTo>
                    <a:pt x="424" y="300"/>
                  </a:lnTo>
                  <a:lnTo>
                    <a:pt x="412" y="302"/>
                  </a:lnTo>
                  <a:lnTo>
                    <a:pt x="410" y="306"/>
                  </a:lnTo>
                  <a:lnTo>
                    <a:pt x="409" y="309"/>
                  </a:lnTo>
                  <a:lnTo>
                    <a:pt x="407" y="321"/>
                  </a:lnTo>
                  <a:lnTo>
                    <a:pt x="401" y="340"/>
                  </a:lnTo>
                  <a:lnTo>
                    <a:pt x="397" y="366"/>
                  </a:lnTo>
                  <a:lnTo>
                    <a:pt x="388" y="393"/>
                  </a:lnTo>
                  <a:lnTo>
                    <a:pt x="378" y="425"/>
                  </a:lnTo>
                  <a:lnTo>
                    <a:pt x="367" y="458"/>
                  </a:lnTo>
                  <a:lnTo>
                    <a:pt x="355" y="492"/>
                  </a:lnTo>
                  <a:lnTo>
                    <a:pt x="338" y="520"/>
                  </a:lnTo>
                  <a:lnTo>
                    <a:pt x="323" y="549"/>
                  </a:lnTo>
                  <a:lnTo>
                    <a:pt x="304" y="572"/>
                  </a:lnTo>
                  <a:lnTo>
                    <a:pt x="283" y="589"/>
                  </a:lnTo>
                  <a:lnTo>
                    <a:pt x="258" y="596"/>
                  </a:lnTo>
                  <a:lnTo>
                    <a:pt x="232" y="596"/>
                  </a:lnTo>
                  <a:lnTo>
                    <a:pt x="203" y="587"/>
                  </a:lnTo>
                  <a:lnTo>
                    <a:pt x="175" y="566"/>
                  </a:lnTo>
                  <a:lnTo>
                    <a:pt x="144" y="532"/>
                  </a:lnTo>
                  <a:lnTo>
                    <a:pt x="127" y="500"/>
                  </a:lnTo>
                  <a:lnTo>
                    <a:pt x="116" y="461"/>
                  </a:lnTo>
                  <a:lnTo>
                    <a:pt x="112" y="423"/>
                  </a:lnTo>
                  <a:lnTo>
                    <a:pt x="112" y="382"/>
                  </a:lnTo>
                  <a:lnTo>
                    <a:pt x="118" y="342"/>
                  </a:lnTo>
                  <a:lnTo>
                    <a:pt x="125" y="302"/>
                  </a:lnTo>
                  <a:lnTo>
                    <a:pt x="140" y="266"/>
                  </a:lnTo>
                  <a:lnTo>
                    <a:pt x="154" y="226"/>
                  </a:lnTo>
                  <a:lnTo>
                    <a:pt x="169" y="193"/>
                  </a:lnTo>
                  <a:lnTo>
                    <a:pt x="184" y="161"/>
                  </a:lnTo>
                  <a:lnTo>
                    <a:pt x="201" y="136"/>
                  </a:lnTo>
                  <a:lnTo>
                    <a:pt x="213" y="114"/>
                  </a:lnTo>
                  <a:lnTo>
                    <a:pt x="224" y="97"/>
                  </a:lnTo>
                  <a:lnTo>
                    <a:pt x="232" y="85"/>
                  </a:lnTo>
                  <a:lnTo>
                    <a:pt x="236" y="83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2446" y="1806"/>
              <a:ext cx="138" cy="197"/>
            </a:xfrm>
            <a:custGeom>
              <a:avLst/>
              <a:gdLst>
                <a:gd name="T0" fmla="*/ 125 w 439"/>
                <a:gd name="T1" fmla="*/ 191 h 711"/>
                <a:gd name="T2" fmla="*/ 116 w 439"/>
                <a:gd name="T3" fmla="*/ 193 h 711"/>
                <a:gd name="T4" fmla="*/ 100 w 439"/>
                <a:gd name="T5" fmla="*/ 196 h 711"/>
                <a:gd name="T6" fmla="*/ 80 w 439"/>
                <a:gd name="T7" fmla="*/ 196 h 711"/>
                <a:gd name="T8" fmla="*/ 57 w 439"/>
                <a:gd name="T9" fmla="*/ 193 h 711"/>
                <a:gd name="T10" fmla="*/ 36 w 439"/>
                <a:gd name="T11" fmla="*/ 182 h 711"/>
                <a:gd name="T12" fmla="*/ 18 w 439"/>
                <a:gd name="T13" fmla="*/ 163 h 711"/>
                <a:gd name="T14" fmla="*/ 5 w 439"/>
                <a:gd name="T15" fmla="*/ 133 h 711"/>
                <a:gd name="T16" fmla="*/ 0 w 439"/>
                <a:gd name="T17" fmla="*/ 91 h 711"/>
                <a:gd name="T18" fmla="*/ 5 w 439"/>
                <a:gd name="T19" fmla="*/ 54 h 711"/>
                <a:gd name="T20" fmla="*/ 18 w 439"/>
                <a:gd name="T21" fmla="*/ 26 h 711"/>
                <a:gd name="T22" fmla="*/ 38 w 439"/>
                <a:gd name="T23" fmla="*/ 8 h 711"/>
                <a:gd name="T24" fmla="*/ 60 w 439"/>
                <a:gd name="T25" fmla="*/ 0 h 711"/>
                <a:gd name="T26" fmla="*/ 85 w 439"/>
                <a:gd name="T27" fmla="*/ 4 h 711"/>
                <a:gd name="T28" fmla="*/ 108 w 439"/>
                <a:gd name="T29" fmla="*/ 19 h 711"/>
                <a:gd name="T30" fmla="*/ 129 w 439"/>
                <a:gd name="T31" fmla="*/ 47 h 711"/>
                <a:gd name="T32" fmla="*/ 120 w 439"/>
                <a:gd name="T33" fmla="*/ 99 h 711"/>
                <a:gd name="T34" fmla="*/ 119 w 439"/>
                <a:gd name="T35" fmla="*/ 95 h 711"/>
                <a:gd name="T36" fmla="*/ 116 w 439"/>
                <a:gd name="T37" fmla="*/ 88 h 711"/>
                <a:gd name="T38" fmla="*/ 112 w 439"/>
                <a:gd name="T39" fmla="*/ 79 h 711"/>
                <a:gd name="T40" fmla="*/ 106 w 439"/>
                <a:gd name="T41" fmla="*/ 68 h 711"/>
                <a:gd name="T42" fmla="*/ 98 w 439"/>
                <a:gd name="T43" fmla="*/ 56 h 711"/>
                <a:gd name="T44" fmla="*/ 89 w 439"/>
                <a:gd name="T45" fmla="*/ 47 h 711"/>
                <a:gd name="T46" fmla="*/ 77 w 439"/>
                <a:gd name="T47" fmla="*/ 40 h 711"/>
                <a:gd name="T48" fmla="*/ 64 w 439"/>
                <a:gd name="T49" fmla="*/ 37 h 711"/>
                <a:gd name="T50" fmla="*/ 50 w 439"/>
                <a:gd name="T51" fmla="*/ 42 h 711"/>
                <a:gd name="T52" fmla="*/ 41 w 439"/>
                <a:gd name="T53" fmla="*/ 55 h 711"/>
                <a:gd name="T54" fmla="*/ 35 w 439"/>
                <a:gd name="T55" fmla="*/ 74 h 711"/>
                <a:gd name="T56" fmla="*/ 33 w 439"/>
                <a:gd name="T57" fmla="*/ 97 h 711"/>
                <a:gd name="T58" fmla="*/ 35 w 439"/>
                <a:gd name="T59" fmla="*/ 120 h 711"/>
                <a:gd name="T60" fmla="*/ 43 w 439"/>
                <a:gd name="T61" fmla="*/ 141 h 711"/>
                <a:gd name="T62" fmla="*/ 55 w 439"/>
                <a:gd name="T63" fmla="*/ 157 h 711"/>
                <a:gd name="T64" fmla="*/ 73 w 439"/>
                <a:gd name="T65" fmla="*/ 167 h 711"/>
                <a:gd name="T66" fmla="*/ 78 w 439"/>
                <a:gd name="T67" fmla="*/ 168 h 711"/>
                <a:gd name="T68" fmla="*/ 84 w 439"/>
                <a:gd name="T69" fmla="*/ 168 h 711"/>
                <a:gd name="T70" fmla="*/ 91 w 439"/>
                <a:gd name="T71" fmla="*/ 170 h 711"/>
                <a:gd name="T72" fmla="*/ 96 w 439"/>
                <a:gd name="T73" fmla="*/ 170 h 711"/>
                <a:gd name="T74" fmla="*/ 103 w 439"/>
                <a:gd name="T75" fmla="*/ 169 h 711"/>
                <a:gd name="T76" fmla="*/ 111 w 439"/>
                <a:gd name="T77" fmla="*/ 163 h 711"/>
                <a:gd name="T78" fmla="*/ 127 w 439"/>
                <a:gd name="T79" fmla="*/ 191 h 7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39"/>
                <a:gd name="T121" fmla="*/ 0 h 711"/>
                <a:gd name="T122" fmla="*/ 439 w 439"/>
                <a:gd name="T123" fmla="*/ 711 h 71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39" h="711">
                  <a:moveTo>
                    <a:pt x="406" y="688"/>
                  </a:moveTo>
                  <a:lnTo>
                    <a:pt x="401" y="688"/>
                  </a:lnTo>
                  <a:lnTo>
                    <a:pt x="389" y="692"/>
                  </a:lnTo>
                  <a:lnTo>
                    <a:pt x="372" y="698"/>
                  </a:lnTo>
                  <a:lnTo>
                    <a:pt x="349" y="703"/>
                  </a:lnTo>
                  <a:lnTo>
                    <a:pt x="321" y="707"/>
                  </a:lnTo>
                  <a:lnTo>
                    <a:pt x="290" y="711"/>
                  </a:lnTo>
                  <a:lnTo>
                    <a:pt x="256" y="709"/>
                  </a:lnTo>
                  <a:lnTo>
                    <a:pt x="222" y="707"/>
                  </a:lnTo>
                  <a:lnTo>
                    <a:pt x="184" y="696"/>
                  </a:lnTo>
                  <a:lnTo>
                    <a:pt x="150" y="682"/>
                  </a:lnTo>
                  <a:lnTo>
                    <a:pt x="115" y="658"/>
                  </a:lnTo>
                  <a:lnTo>
                    <a:pt x="85" y="629"/>
                  </a:lnTo>
                  <a:lnTo>
                    <a:pt x="57" y="589"/>
                  </a:lnTo>
                  <a:lnTo>
                    <a:pt x="32" y="540"/>
                  </a:lnTo>
                  <a:lnTo>
                    <a:pt x="17" y="479"/>
                  </a:lnTo>
                  <a:lnTo>
                    <a:pt x="5" y="407"/>
                  </a:lnTo>
                  <a:lnTo>
                    <a:pt x="0" y="327"/>
                  </a:lnTo>
                  <a:lnTo>
                    <a:pt x="5" y="259"/>
                  </a:lnTo>
                  <a:lnTo>
                    <a:pt x="17" y="196"/>
                  </a:lnTo>
                  <a:lnTo>
                    <a:pt x="36" y="143"/>
                  </a:lnTo>
                  <a:lnTo>
                    <a:pt x="58" y="95"/>
                  </a:lnTo>
                  <a:lnTo>
                    <a:pt x="87" y="57"/>
                  </a:lnTo>
                  <a:lnTo>
                    <a:pt x="121" y="29"/>
                  </a:lnTo>
                  <a:lnTo>
                    <a:pt x="157" y="12"/>
                  </a:lnTo>
                  <a:lnTo>
                    <a:pt x="193" y="0"/>
                  </a:lnTo>
                  <a:lnTo>
                    <a:pt x="233" y="2"/>
                  </a:lnTo>
                  <a:lnTo>
                    <a:pt x="271" y="13"/>
                  </a:lnTo>
                  <a:lnTo>
                    <a:pt x="311" y="36"/>
                  </a:lnTo>
                  <a:lnTo>
                    <a:pt x="347" y="69"/>
                  </a:lnTo>
                  <a:lnTo>
                    <a:pt x="382" y="112"/>
                  </a:lnTo>
                  <a:lnTo>
                    <a:pt x="412" y="169"/>
                  </a:lnTo>
                  <a:lnTo>
                    <a:pt x="439" y="240"/>
                  </a:lnTo>
                  <a:lnTo>
                    <a:pt x="384" y="356"/>
                  </a:lnTo>
                  <a:lnTo>
                    <a:pt x="382" y="352"/>
                  </a:lnTo>
                  <a:lnTo>
                    <a:pt x="380" y="344"/>
                  </a:lnTo>
                  <a:lnTo>
                    <a:pt x="376" y="333"/>
                  </a:lnTo>
                  <a:lnTo>
                    <a:pt x="372" y="319"/>
                  </a:lnTo>
                  <a:lnTo>
                    <a:pt x="365" y="302"/>
                  </a:lnTo>
                  <a:lnTo>
                    <a:pt x="359" y="285"/>
                  </a:lnTo>
                  <a:lnTo>
                    <a:pt x="349" y="264"/>
                  </a:lnTo>
                  <a:lnTo>
                    <a:pt x="340" y="245"/>
                  </a:lnTo>
                  <a:lnTo>
                    <a:pt x="327" y="223"/>
                  </a:lnTo>
                  <a:lnTo>
                    <a:pt x="315" y="203"/>
                  </a:lnTo>
                  <a:lnTo>
                    <a:pt x="300" y="184"/>
                  </a:lnTo>
                  <a:lnTo>
                    <a:pt x="285" y="169"/>
                  </a:lnTo>
                  <a:lnTo>
                    <a:pt x="266" y="154"/>
                  </a:lnTo>
                  <a:lnTo>
                    <a:pt x="247" y="143"/>
                  </a:lnTo>
                  <a:lnTo>
                    <a:pt x="226" y="135"/>
                  </a:lnTo>
                  <a:lnTo>
                    <a:pt x="205" y="135"/>
                  </a:lnTo>
                  <a:lnTo>
                    <a:pt x="180" y="139"/>
                  </a:lnTo>
                  <a:lnTo>
                    <a:pt x="161" y="152"/>
                  </a:lnTo>
                  <a:lnTo>
                    <a:pt x="144" y="171"/>
                  </a:lnTo>
                  <a:lnTo>
                    <a:pt x="131" y="200"/>
                  </a:lnTo>
                  <a:lnTo>
                    <a:pt x="117" y="230"/>
                  </a:lnTo>
                  <a:lnTo>
                    <a:pt x="112" y="268"/>
                  </a:lnTo>
                  <a:lnTo>
                    <a:pt x="104" y="308"/>
                  </a:lnTo>
                  <a:lnTo>
                    <a:pt x="106" y="350"/>
                  </a:lnTo>
                  <a:lnTo>
                    <a:pt x="106" y="390"/>
                  </a:lnTo>
                  <a:lnTo>
                    <a:pt x="112" y="432"/>
                  </a:lnTo>
                  <a:lnTo>
                    <a:pt x="121" y="470"/>
                  </a:lnTo>
                  <a:lnTo>
                    <a:pt x="138" y="508"/>
                  </a:lnTo>
                  <a:lnTo>
                    <a:pt x="154" y="538"/>
                  </a:lnTo>
                  <a:lnTo>
                    <a:pt x="176" y="567"/>
                  </a:lnTo>
                  <a:lnTo>
                    <a:pt x="203" y="586"/>
                  </a:lnTo>
                  <a:lnTo>
                    <a:pt x="235" y="601"/>
                  </a:lnTo>
                  <a:lnTo>
                    <a:pt x="239" y="601"/>
                  </a:lnTo>
                  <a:lnTo>
                    <a:pt x="250" y="605"/>
                  </a:lnTo>
                  <a:lnTo>
                    <a:pt x="258" y="605"/>
                  </a:lnTo>
                  <a:lnTo>
                    <a:pt x="268" y="608"/>
                  </a:lnTo>
                  <a:lnTo>
                    <a:pt x="279" y="608"/>
                  </a:lnTo>
                  <a:lnTo>
                    <a:pt x="290" y="612"/>
                  </a:lnTo>
                  <a:lnTo>
                    <a:pt x="300" y="612"/>
                  </a:lnTo>
                  <a:lnTo>
                    <a:pt x="309" y="612"/>
                  </a:lnTo>
                  <a:lnTo>
                    <a:pt x="319" y="610"/>
                  </a:lnTo>
                  <a:lnTo>
                    <a:pt x="330" y="610"/>
                  </a:lnTo>
                  <a:lnTo>
                    <a:pt x="346" y="603"/>
                  </a:lnTo>
                  <a:lnTo>
                    <a:pt x="357" y="589"/>
                  </a:lnTo>
                  <a:lnTo>
                    <a:pt x="406" y="68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2561" y="1314"/>
              <a:ext cx="258" cy="94"/>
            </a:xfrm>
            <a:custGeom>
              <a:avLst/>
              <a:gdLst>
                <a:gd name="T0" fmla="*/ 1 w 829"/>
                <a:gd name="T1" fmla="*/ 34 h 342"/>
                <a:gd name="T2" fmla="*/ 2 w 829"/>
                <a:gd name="T3" fmla="*/ 34 h 342"/>
                <a:gd name="T4" fmla="*/ 7 w 829"/>
                <a:gd name="T5" fmla="*/ 35 h 342"/>
                <a:gd name="T6" fmla="*/ 14 w 829"/>
                <a:gd name="T7" fmla="*/ 37 h 342"/>
                <a:gd name="T8" fmla="*/ 23 w 829"/>
                <a:gd name="T9" fmla="*/ 40 h 342"/>
                <a:gd name="T10" fmla="*/ 33 w 829"/>
                <a:gd name="T11" fmla="*/ 42 h 342"/>
                <a:gd name="T12" fmla="*/ 46 w 829"/>
                <a:gd name="T13" fmla="*/ 45 h 342"/>
                <a:gd name="T14" fmla="*/ 59 w 829"/>
                <a:gd name="T15" fmla="*/ 49 h 342"/>
                <a:gd name="T16" fmla="*/ 74 w 829"/>
                <a:gd name="T17" fmla="*/ 53 h 342"/>
                <a:gd name="T18" fmla="*/ 89 w 829"/>
                <a:gd name="T19" fmla="*/ 57 h 342"/>
                <a:gd name="T20" fmla="*/ 105 w 829"/>
                <a:gd name="T21" fmla="*/ 62 h 342"/>
                <a:gd name="T22" fmla="*/ 120 w 829"/>
                <a:gd name="T23" fmla="*/ 66 h 342"/>
                <a:gd name="T24" fmla="*/ 136 w 829"/>
                <a:gd name="T25" fmla="*/ 71 h 342"/>
                <a:gd name="T26" fmla="*/ 149 w 829"/>
                <a:gd name="T27" fmla="*/ 76 h 342"/>
                <a:gd name="T28" fmla="*/ 163 w 829"/>
                <a:gd name="T29" fmla="*/ 82 h 342"/>
                <a:gd name="T30" fmla="*/ 176 w 829"/>
                <a:gd name="T31" fmla="*/ 87 h 342"/>
                <a:gd name="T32" fmla="*/ 187 w 829"/>
                <a:gd name="T33" fmla="*/ 92 h 342"/>
                <a:gd name="T34" fmla="*/ 190 w 829"/>
                <a:gd name="T35" fmla="*/ 93 h 342"/>
                <a:gd name="T36" fmla="*/ 195 w 829"/>
                <a:gd name="T37" fmla="*/ 94 h 342"/>
                <a:gd name="T38" fmla="*/ 200 w 829"/>
                <a:gd name="T39" fmla="*/ 93 h 342"/>
                <a:gd name="T40" fmla="*/ 206 w 829"/>
                <a:gd name="T41" fmla="*/ 93 h 342"/>
                <a:gd name="T42" fmla="*/ 211 w 829"/>
                <a:gd name="T43" fmla="*/ 92 h 342"/>
                <a:gd name="T44" fmla="*/ 217 w 829"/>
                <a:gd name="T45" fmla="*/ 91 h 342"/>
                <a:gd name="T46" fmla="*/ 223 w 829"/>
                <a:gd name="T47" fmla="*/ 89 h 342"/>
                <a:gd name="T48" fmla="*/ 230 w 829"/>
                <a:gd name="T49" fmla="*/ 88 h 342"/>
                <a:gd name="T50" fmla="*/ 235 w 829"/>
                <a:gd name="T51" fmla="*/ 85 h 342"/>
                <a:gd name="T52" fmla="*/ 241 w 829"/>
                <a:gd name="T53" fmla="*/ 84 h 342"/>
                <a:gd name="T54" fmla="*/ 246 w 829"/>
                <a:gd name="T55" fmla="*/ 82 h 342"/>
                <a:gd name="T56" fmla="*/ 250 w 829"/>
                <a:gd name="T57" fmla="*/ 80 h 342"/>
                <a:gd name="T58" fmla="*/ 253 w 829"/>
                <a:gd name="T59" fmla="*/ 78 h 342"/>
                <a:gd name="T60" fmla="*/ 256 w 829"/>
                <a:gd name="T61" fmla="*/ 77 h 342"/>
                <a:gd name="T62" fmla="*/ 258 w 829"/>
                <a:gd name="T63" fmla="*/ 76 h 342"/>
                <a:gd name="T64" fmla="*/ 259 w 829"/>
                <a:gd name="T65" fmla="*/ 76 h 342"/>
                <a:gd name="T66" fmla="*/ 257 w 829"/>
                <a:gd name="T67" fmla="*/ 75 h 342"/>
                <a:gd name="T68" fmla="*/ 252 w 829"/>
                <a:gd name="T69" fmla="*/ 73 h 342"/>
                <a:gd name="T70" fmla="*/ 243 w 829"/>
                <a:gd name="T71" fmla="*/ 70 h 342"/>
                <a:gd name="T72" fmla="*/ 232 w 829"/>
                <a:gd name="T73" fmla="*/ 66 h 342"/>
                <a:gd name="T74" fmla="*/ 219 w 829"/>
                <a:gd name="T75" fmla="*/ 60 h 342"/>
                <a:gd name="T76" fmla="*/ 204 w 829"/>
                <a:gd name="T77" fmla="*/ 55 h 342"/>
                <a:gd name="T78" fmla="*/ 186 w 829"/>
                <a:gd name="T79" fmla="*/ 49 h 342"/>
                <a:gd name="T80" fmla="*/ 168 w 829"/>
                <a:gd name="T81" fmla="*/ 43 h 342"/>
                <a:gd name="T82" fmla="*/ 148 w 829"/>
                <a:gd name="T83" fmla="*/ 37 h 342"/>
                <a:gd name="T84" fmla="*/ 128 w 829"/>
                <a:gd name="T85" fmla="*/ 30 h 342"/>
                <a:gd name="T86" fmla="*/ 107 w 829"/>
                <a:gd name="T87" fmla="*/ 24 h 342"/>
                <a:gd name="T88" fmla="*/ 86 w 829"/>
                <a:gd name="T89" fmla="*/ 18 h 342"/>
                <a:gd name="T90" fmla="*/ 64 w 829"/>
                <a:gd name="T91" fmla="*/ 12 h 342"/>
                <a:gd name="T92" fmla="*/ 44 w 829"/>
                <a:gd name="T93" fmla="*/ 7 h 342"/>
                <a:gd name="T94" fmla="*/ 24 w 829"/>
                <a:gd name="T95" fmla="*/ 3 h 342"/>
                <a:gd name="T96" fmla="*/ 7 w 829"/>
                <a:gd name="T97" fmla="*/ 0 h 342"/>
                <a:gd name="T98" fmla="*/ 3 w 829"/>
                <a:gd name="T99" fmla="*/ 1 h 342"/>
                <a:gd name="T100" fmla="*/ 1 w 829"/>
                <a:gd name="T101" fmla="*/ 4 h 342"/>
                <a:gd name="T102" fmla="*/ 0 w 829"/>
                <a:gd name="T103" fmla="*/ 6 h 342"/>
                <a:gd name="T104" fmla="*/ 0 w 829"/>
                <a:gd name="T105" fmla="*/ 9 h 342"/>
                <a:gd name="T106" fmla="*/ 0 w 829"/>
                <a:gd name="T107" fmla="*/ 13 h 342"/>
                <a:gd name="T108" fmla="*/ 0 w 829"/>
                <a:gd name="T109" fmla="*/ 16 h 342"/>
                <a:gd name="T110" fmla="*/ 0 w 829"/>
                <a:gd name="T111" fmla="*/ 19 h 342"/>
                <a:gd name="T112" fmla="*/ 0 w 829"/>
                <a:gd name="T113" fmla="*/ 23 h 342"/>
                <a:gd name="T114" fmla="*/ 0 w 829"/>
                <a:gd name="T115" fmla="*/ 25 h 342"/>
                <a:gd name="T116" fmla="*/ 1 w 829"/>
                <a:gd name="T117" fmla="*/ 28 h 342"/>
                <a:gd name="T118" fmla="*/ 1 w 829"/>
                <a:gd name="T119" fmla="*/ 32 h 342"/>
                <a:gd name="T120" fmla="*/ 1 w 829"/>
                <a:gd name="T121" fmla="*/ 34 h 342"/>
                <a:gd name="T122" fmla="*/ 1 w 829"/>
                <a:gd name="T123" fmla="*/ 34 h 34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829"/>
                <a:gd name="T187" fmla="*/ 0 h 342"/>
                <a:gd name="T188" fmla="*/ 829 w 829"/>
                <a:gd name="T189" fmla="*/ 342 h 34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829" h="342">
                  <a:moveTo>
                    <a:pt x="4" y="125"/>
                  </a:moveTo>
                  <a:lnTo>
                    <a:pt x="8" y="125"/>
                  </a:lnTo>
                  <a:lnTo>
                    <a:pt x="21" y="129"/>
                  </a:lnTo>
                  <a:lnTo>
                    <a:pt x="44" y="135"/>
                  </a:lnTo>
                  <a:lnTo>
                    <a:pt x="73" y="144"/>
                  </a:lnTo>
                  <a:lnTo>
                    <a:pt x="107" y="152"/>
                  </a:lnTo>
                  <a:lnTo>
                    <a:pt x="147" y="165"/>
                  </a:lnTo>
                  <a:lnTo>
                    <a:pt x="189" y="177"/>
                  </a:lnTo>
                  <a:lnTo>
                    <a:pt x="238" y="194"/>
                  </a:lnTo>
                  <a:lnTo>
                    <a:pt x="284" y="207"/>
                  </a:lnTo>
                  <a:lnTo>
                    <a:pt x="335" y="224"/>
                  </a:lnTo>
                  <a:lnTo>
                    <a:pt x="384" y="241"/>
                  </a:lnTo>
                  <a:lnTo>
                    <a:pt x="434" y="260"/>
                  </a:lnTo>
                  <a:lnTo>
                    <a:pt x="478" y="278"/>
                  </a:lnTo>
                  <a:lnTo>
                    <a:pt x="523" y="298"/>
                  </a:lnTo>
                  <a:lnTo>
                    <a:pt x="563" y="316"/>
                  </a:lnTo>
                  <a:lnTo>
                    <a:pt x="599" y="336"/>
                  </a:lnTo>
                  <a:lnTo>
                    <a:pt x="609" y="340"/>
                  </a:lnTo>
                  <a:lnTo>
                    <a:pt x="624" y="342"/>
                  </a:lnTo>
                  <a:lnTo>
                    <a:pt x="639" y="340"/>
                  </a:lnTo>
                  <a:lnTo>
                    <a:pt x="658" y="340"/>
                  </a:lnTo>
                  <a:lnTo>
                    <a:pt x="675" y="335"/>
                  </a:lnTo>
                  <a:lnTo>
                    <a:pt x="696" y="331"/>
                  </a:lnTo>
                  <a:lnTo>
                    <a:pt x="715" y="325"/>
                  </a:lnTo>
                  <a:lnTo>
                    <a:pt x="736" y="319"/>
                  </a:lnTo>
                  <a:lnTo>
                    <a:pt x="753" y="310"/>
                  </a:lnTo>
                  <a:lnTo>
                    <a:pt x="770" y="304"/>
                  </a:lnTo>
                  <a:lnTo>
                    <a:pt x="786" y="297"/>
                  </a:lnTo>
                  <a:lnTo>
                    <a:pt x="801" y="291"/>
                  </a:lnTo>
                  <a:lnTo>
                    <a:pt x="810" y="285"/>
                  </a:lnTo>
                  <a:lnTo>
                    <a:pt x="820" y="281"/>
                  </a:lnTo>
                  <a:lnTo>
                    <a:pt x="825" y="278"/>
                  </a:lnTo>
                  <a:lnTo>
                    <a:pt x="829" y="278"/>
                  </a:lnTo>
                  <a:lnTo>
                    <a:pt x="822" y="274"/>
                  </a:lnTo>
                  <a:lnTo>
                    <a:pt x="806" y="266"/>
                  </a:lnTo>
                  <a:lnTo>
                    <a:pt x="778" y="255"/>
                  </a:lnTo>
                  <a:lnTo>
                    <a:pt x="744" y="239"/>
                  </a:lnTo>
                  <a:lnTo>
                    <a:pt x="700" y="220"/>
                  </a:lnTo>
                  <a:lnTo>
                    <a:pt x="652" y="201"/>
                  </a:lnTo>
                  <a:lnTo>
                    <a:pt x="595" y="179"/>
                  </a:lnTo>
                  <a:lnTo>
                    <a:pt x="538" y="158"/>
                  </a:lnTo>
                  <a:lnTo>
                    <a:pt x="474" y="133"/>
                  </a:lnTo>
                  <a:lnTo>
                    <a:pt x="409" y="110"/>
                  </a:lnTo>
                  <a:lnTo>
                    <a:pt x="341" y="86"/>
                  </a:lnTo>
                  <a:lnTo>
                    <a:pt x="274" y="65"/>
                  </a:lnTo>
                  <a:lnTo>
                    <a:pt x="206" y="42"/>
                  </a:lnTo>
                  <a:lnTo>
                    <a:pt x="141" y="27"/>
                  </a:lnTo>
                  <a:lnTo>
                    <a:pt x="78" y="10"/>
                  </a:lnTo>
                  <a:lnTo>
                    <a:pt x="21" y="0"/>
                  </a:lnTo>
                  <a:lnTo>
                    <a:pt x="10" y="2"/>
                  </a:lnTo>
                  <a:lnTo>
                    <a:pt x="4" y="15"/>
                  </a:lnTo>
                  <a:lnTo>
                    <a:pt x="0" y="23"/>
                  </a:lnTo>
                  <a:lnTo>
                    <a:pt x="0" y="34"/>
                  </a:lnTo>
                  <a:lnTo>
                    <a:pt x="0" y="46"/>
                  </a:lnTo>
                  <a:lnTo>
                    <a:pt x="0" y="59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1"/>
                  </a:lnTo>
                  <a:lnTo>
                    <a:pt x="2" y="103"/>
                  </a:lnTo>
                  <a:lnTo>
                    <a:pt x="2" y="118"/>
                  </a:lnTo>
                  <a:lnTo>
                    <a:pt x="4" y="125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2929" y="1285"/>
              <a:ext cx="390" cy="506"/>
            </a:xfrm>
            <a:custGeom>
              <a:avLst/>
              <a:gdLst>
                <a:gd name="T0" fmla="*/ 0 w 1253"/>
                <a:gd name="T1" fmla="*/ 15 h 1829"/>
                <a:gd name="T2" fmla="*/ 1 w 1253"/>
                <a:gd name="T3" fmla="*/ 19 h 1829"/>
                <a:gd name="T4" fmla="*/ 5 w 1253"/>
                <a:gd name="T5" fmla="*/ 28 h 1829"/>
                <a:gd name="T6" fmla="*/ 12 w 1253"/>
                <a:gd name="T7" fmla="*/ 43 h 1829"/>
                <a:gd name="T8" fmla="*/ 21 w 1253"/>
                <a:gd name="T9" fmla="*/ 63 h 1829"/>
                <a:gd name="T10" fmla="*/ 33 w 1253"/>
                <a:gd name="T11" fmla="*/ 88 h 1829"/>
                <a:gd name="T12" fmla="*/ 48 w 1253"/>
                <a:gd name="T13" fmla="*/ 117 h 1829"/>
                <a:gd name="T14" fmla="*/ 66 w 1253"/>
                <a:gd name="T15" fmla="*/ 149 h 1829"/>
                <a:gd name="T16" fmla="*/ 87 w 1253"/>
                <a:gd name="T17" fmla="*/ 185 h 1829"/>
                <a:gd name="T18" fmla="*/ 109 w 1253"/>
                <a:gd name="T19" fmla="*/ 222 h 1829"/>
                <a:gd name="T20" fmla="*/ 134 w 1253"/>
                <a:gd name="T21" fmla="*/ 261 h 1829"/>
                <a:gd name="T22" fmla="*/ 162 w 1253"/>
                <a:gd name="T23" fmla="*/ 302 h 1829"/>
                <a:gd name="T24" fmla="*/ 194 w 1253"/>
                <a:gd name="T25" fmla="*/ 343 h 1829"/>
                <a:gd name="T26" fmla="*/ 227 w 1253"/>
                <a:gd name="T27" fmla="*/ 385 h 1829"/>
                <a:gd name="T28" fmla="*/ 265 w 1253"/>
                <a:gd name="T29" fmla="*/ 427 h 1829"/>
                <a:gd name="T30" fmla="*/ 303 w 1253"/>
                <a:gd name="T31" fmla="*/ 467 h 1829"/>
                <a:gd name="T32" fmla="*/ 347 w 1253"/>
                <a:gd name="T33" fmla="*/ 506 h 1829"/>
                <a:gd name="T34" fmla="*/ 390 w 1253"/>
                <a:gd name="T35" fmla="*/ 489 h 1829"/>
                <a:gd name="T36" fmla="*/ 387 w 1253"/>
                <a:gd name="T37" fmla="*/ 486 h 1829"/>
                <a:gd name="T38" fmla="*/ 381 w 1253"/>
                <a:gd name="T39" fmla="*/ 480 h 1829"/>
                <a:gd name="T40" fmla="*/ 370 w 1253"/>
                <a:gd name="T41" fmla="*/ 469 h 1829"/>
                <a:gd name="T42" fmla="*/ 356 w 1253"/>
                <a:gd name="T43" fmla="*/ 455 h 1829"/>
                <a:gd name="T44" fmla="*/ 337 w 1253"/>
                <a:gd name="T45" fmla="*/ 437 h 1829"/>
                <a:gd name="T46" fmla="*/ 317 w 1253"/>
                <a:gd name="T47" fmla="*/ 414 h 1829"/>
                <a:gd name="T48" fmla="*/ 294 w 1253"/>
                <a:gd name="T49" fmla="*/ 389 h 1829"/>
                <a:gd name="T50" fmla="*/ 270 w 1253"/>
                <a:gd name="T51" fmla="*/ 360 h 1829"/>
                <a:gd name="T52" fmla="*/ 243 w 1253"/>
                <a:gd name="T53" fmla="*/ 327 h 1829"/>
                <a:gd name="T54" fmla="*/ 215 w 1253"/>
                <a:gd name="T55" fmla="*/ 290 h 1829"/>
                <a:gd name="T56" fmla="*/ 186 w 1253"/>
                <a:gd name="T57" fmla="*/ 250 h 1829"/>
                <a:gd name="T58" fmla="*/ 157 w 1253"/>
                <a:gd name="T59" fmla="*/ 207 h 1829"/>
                <a:gd name="T60" fmla="*/ 127 w 1253"/>
                <a:gd name="T61" fmla="*/ 159 h 1829"/>
                <a:gd name="T62" fmla="*/ 98 w 1253"/>
                <a:gd name="T63" fmla="*/ 110 h 1829"/>
                <a:gd name="T64" fmla="*/ 70 w 1253"/>
                <a:gd name="T65" fmla="*/ 56 h 1829"/>
                <a:gd name="T66" fmla="*/ 43 w 1253"/>
                <a:gd name="T67" fmla="*/ 0 h 1829"/>
                <a:gd name="T68" fmla="*/ 0 w 1253"/>
                <a:gd name="T69" fmla="*/ 15 h 1829"/>
                <a:gd name="T70" fmla="*/ 0 w 1253"/>
                <a:gd name="T71" fmla="*/ 15 h 182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53"/>
                <a:gd name="T109" fmla="*/ 0 h 1829"/>
                <a:gd name="T110" fmla="*/ 1253 w 1253"/>
                <a:gd name="T111" fmla="*/ 1829 h 182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53" h="1829">
                  <a:moveTo>
                    <a:pt x="0" y="55"/>
                  </a:moveTo>
                  <a:lnTo>
                    <a:pt x="4" y="67"/>
                  </a:lnTo>
                  <a:lnTo>
                    <a:pt x="17" y="101"/>
                  </a:lnTo>
                  <a:lnTo>
                    <a:pt x="38" y="154"/>
                  </a:lnTo>
                  <a:lnTo>
                    <a:pt x="69" y="228"/>
                  </a:lnTo>
                  <a:lnTo>
                    <a:pt x="107" y="318"/>
                  </a:lnTo>
                  <a:lnTo>
                    <a:pt x="154" y="422"/>
                  </a:lnTo>
                  <a:lnTo>
                    <a:pt x="211" y="538"/>
                  </a:lnTo>
                  <a:lnTo>
                    <a:pt x="278" y="667"/>
                  </a:lnTo>
                  <a:lnTo>
                    <a:pt x="350" y="802"/>
                  </a:lnTo>
                  <a:lnTo>
                    <a:pt x="430" y="945"/>
                  </a:lnTo>
                  <a:lnTo>
                    <a:pt x="521" y="1091"/>
                  </a:lnTo>
                  <a:lnTo>
                    <a:pt x="624" y="1241"/>
                  </a:lnTo>
                  <a:lnTo>
                    <a:pt x="730" y="1392"/>
                  </a:lnTo>
                  <a:lnTo>
                    <a:pt x="850" y="1542"/>
                  </a:lnTo>
                  <a:lnTo>
                    <a:pt x="975" y="1688"/>
                  </a:lnTo>
                  <a:lnTo>
                    <a:pt x="1114" y="1829"/>
                  </a:lnTo>
                  <a:lnTo>
                    <a:pt x="1253" y="1766"/>
                  </a:lnTo>
                  <a:lnTo>
                    <a:pt x="1243" y="1755"/>
                  </a:lnTo>
                  <a:lnTo>
                    <a:pt x="1223" y="1734"/>
                  </a:lnTo>
                  <a:lnTo>
                    <a:pt x="1188" y="1696"/>
                  </a:lnTo>
                  <a:lnTo>
                    <a:pt x="1143" y="1646"/>
                  </a:lnTo>
                  <a:lnTo>
                    <a:pt x="1084" y="1578"/>
                  </a:lnTo>
                  <a:lnTo>
                    <a:pt x="1019" y="1498"/>
                  </a:lnTo>
                  <a:lnTo>
                    <a:pt x="945" y="1407"/>
                  </a:lnTo>
                  <a:lnTo>
                    <a:pt x="867" y="1302"/>
                  </a:lnTo>
                  <a:lnTo>
                    <a:pt x="780" y="1181"/>
                  </a:lnTo>
                  <a:lnTo>
                    <a:pt x="690" y="1048"/>
                  </a:lnTo>
                  <a:lnTo>
                    <a:pt x="597" y="903"/>
                  </a:lnTo>
                  <a:lnTo>
                    <a:pt x="504" y="747"/>
                  </a:lnTo>
                  <a:lnTo>
                    <a:pt x="409" y="576"/>
                  </a:lnTo>
                  <a:lnTo>
                    <a:pt x="316" y="396"/>
                  </a:lnTo>
                  <a:lnTo>
                    <a:pt x="224" y="204"/>
                  </a:lnTo>
                  <a:lnTo>
                    <a:pt x="1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2146" y="1287"/>
              <a:ext cx="446" cy="555"/>
            </a:xfrm>
            <a:custGeom>
              <a:avLst/>
              <a:gdLst>
                <a:gd name="T0" fmla="*/ 409 w 1427"/>
                <a:gd name="T1" fmla="*/ 0 h 2003"/>
                <a:gd name="T2" fmla="*/ 408 w 1427"/>
                <a:gd name="T3" fmla="*/ 2 h 2003"/>
                <a:gd name="T4" fmla="*/ 404 w 1427"/>
                <a:gd name="T5" fmla="*/ 11 h 2003"/>
                <a:gd name="T6" fmla="*/ 399 w 1427"/>
                <a:gd name="T7" fmla="*/ 23 h 2003"/>
                <a:gd name="T8" fmla="*/ 392 w 1427"/>
                <a:gd name="T9" fmla="*/ 41 h 2003"/>
                <a:gd name="T10" fmla="*/ 382 w 1427"/>
                <a:gd name="T11" fmla="*/ 63 h 2003"/>
                <a:gd name="T12" fmla="*/ 371 w 1427"/>
                <a:gd name="T13" fmla="*/ 89 h 2003"/>
                <a:gd name="T14" fmla="*/ 357 w 1427"/>
                <a:gd name="T15" fmla="*/ 119 h 2003"/>
                <a:gd name="T16" fmla="*/ 342 w 1427"/>
                <a:gd name="T17" fmla="*/ 153 h 2003"/>
                <a:gd name="T18" fmla="*/ 324 w 1427"/>
                <a:gd name="T19" fmla="*/ 190 h 2003"/>
                <a:gd name="T20" fmla="*/ 304 w 1427"/>
                <a:gd name="T21" fmla="*/ 230 h 2003"/>
                <a:gd name="T22" fmla="*/ 282 w 1427"/>
                <a:gd name="T23" fmla="*/ 272 h 2003"/>
                <a:gd name="T24" fmla="*/ 258 w 1427"/>
                <a:gd name="T25" fmla="*/ 318 h 2003"/>
                <a:gd name="T26" fmla="*/ 231 w 1427"/>
                <a:gd name="T27" fmla="*/ 364 h 2003"/>
                <a:gd name="T28" fmla="*/ 203 w 1427"/>
                <a:gd name="T29" fmla="*/ 413 h 2003"/>
                <a:gd name="T30" fmla="*/ 172 w 1427"/>
                <a:gd name="T31" fmla="*/ 463 h 2003"/>
                <a:gd name="T32" fmla="*/ 139 w 1427"/>
                <a:gd name="T33" fmla="*/ 515 h 2003"/>
                <a:gd name="T34" fmla="*/ 130 w 1427"/>
                <a:gd name="T35" fmla="*/ 512 h 2003"/>
                <a:gd name="T36" fmla="*/ 122 w 1427"/>
                <a:gd name="T37" fmla="*/ 510 h 2003"/>
                <a:gd name="T38" fmla="*/ 114 w 1427"/>
                <a:gd name="T39" fmla="*/ 507 h 2003"/>
                <a:gd name="T40" fmla="*/ 106 w 1427"/>
                <a:gd name="T41" fmla="*/ 505 h 2003"/>
                <a:gd name="T42" fmla="*/ 98 w 1427"/>
                <a:gd name="T43" fmla="*/ 502 h 2003"/>
                <a:gd name="T44" fmla="*/ 91 w 1427"/>
                <a:gd name="T45" fmla="*/ 500 h 2003"/>
                <a:gd name="T46" fmla="*/ 84 w 1427"/>
                <a:gd name="T47" fmla="*/ 497 h 2003"/>
                <a:gd name="T48" fmla="*/ 78 w 1427"/>
                <a:gd name="T49" fmla="*/ 495 h 2003"/>
                <a:gd name="T50" fmla="*/ 72 w 1427"/>
                <a:gd name="T51" fmla="*/ 493 h 2003"/>
                <a:gd name="T52" fmla="*/ 66 w 1427"/>
                <a:gd name="T53" fmla="*/ 491 h 2003"/>
                <a:gd name="T54" fmla="*/ 62 w 1427"/>
                <a:gd name="T55" fmla="*/ 489 h 2003"/>
                <a:gd name="T56" fmla="*/ 58 w 1427"/>
                <a:gd name="T57" fmla="*/ 488 h 2003"/>
                <a:gd name="T58" fmla="*/ 54 w 1427"/>
                <a:gd name="T59" fmla="*/ 486 h 2003"/>
                <a:gd name="T60" fmla="*/ 53 w 1427"/>
                <a:gd name="T61" fmla="*/ 485 h 2003"/>
                <a:gd name="T62" fmla="*/ 51 w 1427"/>
                <a:gd name="T63" fmla="*/ 485 h 2003"/>
                <a:gd name="T64" fmla="*/ 0 w 1427"/>
                <a:gd name="T65" fmla="*/ 506 h 2003"/>
                <a:gd name="T66" fmla="*/ 156 w 1427"/>
                <a:gd name="T67" fmla="*/ 555 h 2003"/>
                <a:gd name="T68" fmla="*/ 157 w 1427"/>
                <a:gd name="T69" fmla="*/ 551 h 2003"/>
                <a:gd name="T70" fmla="*/ 165 w 1427"/>
                <a:gd name="T71" fmla="*/ 541 h 2003"/>
                <a:gd name="T72" fmla="*/ 176 w 1427"/>
                <a:gd name="T73" fmla="*/ 524 h 2003"/>
                <a:gd name="T74" fmla="*/ 191 w 1427"/>
                <a:gd name="T75" fmla="*/ 502 h 2003"/>
                <a:gd name="T76" fmla="*/ 208 w 1427"/>
                <a:gd name="T77" fmla="*/ 474 h 2003"/>
                <a:gd name="T78" fmla="*/ 228 w 1427"/>
                <a:gd name="T79" fmla="*/ 443 h 2003"/>
                <a:gd name="T80" fmla="*/ 251 w 1427"/>
                <a:gd name="T81" fmla="*/ 408 h 2003"/>
                <a:gd name="T82" fmla="*/ 274 w 1427"/>
                <a:gd name="T83" fmla="*/ 369 h 2003"/>
                <a:gd name="T84" fmla="*/ 298 w 1427"/>
                <a:gd name="T85" fmla="*/ 326 h 2003"/>
                <a:gd name="T86" fmla="*/ 323 w 1427"/>
                <a:gd name="T87" fmla="*/ 282 h 2003"/>
                <a:gd name="T88" fmla="*/ 347 w 1427"/>
                <a:gd name="T89" fmla="*/ 236 h 2003"/>
                <a:gd name="T90" fmla="*/ 371 w 1427"/>
                <a:gd name="T91" fmla="*/ 190 h 2003"/>
                <a:gd name="T92" fmla="*/ 393 w 1427"/>
                <a:gd name="T93" fmla="*/ 142 h 2003"/>
                <a:gd name="T94" fmla="*/ 413 w 1427"/>
                <a:gd name="T95" fmla="*/ 95 h 2003"/>
                <a:gd name="T96" fmla="*/ 431 w 1427"/>
                <a:gd name="T97" fmla="*/ 48 h 2003"/>
                <a:gd name="T98" fmla="*/ 446 w 1427"/>
                <a:gd name="T99" fmla="*/ 2 h 2003"/>
                <a:gd name="T100" fmla="*/ 409 w 1427"/>
                <a:gd name="T101" fmla="*/ 0 h 2003"/>
                <a:gd name="T102" fmla="*/ 409 w 1427"/>
                <a:gd name="T103" fmla="*/ 0 h 200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427"/>
                <a:gd name="T157" fmla="*/ 0 h 2003"/>
                <a:gd name="T158" fmla="*/ 1427 w 1427"/>
                <a:gd name="T159" fmla="*/ 2003 h 2003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427" h="2003">
                  <a:moveTo>
                    <a:pt x="1309" y="0"/>
                  </a:moveTo>
                  <a:lnTo>
                    <a:pt x="1304" y="9"/>
                  </a:lnTo>
                  <a:lnTo>
                    <a:pt x="1294" y="38"/>
                  </a:lnTo>
                  <a:lnTo>
                    <a:pt x="1277" y="83"/>
                  </a:lnTo>
                  <a:lnTo>
                    <a:pt x="1254" y="148"/>
                  </a:lnTo>
                  <a:lnTo>
                    <a:pt x="1222" y="226"/>
                  </a:lnTo>
                  <a:lnTo>
                    <a:pt x="1186" y="321"/>
                  </a:lnTo>
                  <a:lnTo>
                    <a:pt x="1142" y="429"/>
                  </a:lnTo>
                  <a:lnTo>
                    <a:pt x="1095" y="553"/>
                  </a:lnTo>
                  <a:lnTo>
                    <a:pt x="1038" y="684"/>
                  </a:lnTo>
                  <a:lnTo>
                    <a:pt x="973" y="829"/>
                  </a:lnTo>
                  <a:lnTo>
                    <a:pt x="901" y="981"/>
                  </a:lnTo>
                  <a:lnTo>
                    <a:pt x="825" y="1146"/>
                  </a:lnTo>
                  <a:lnTo>
                    <a:pt x="739" y="1313"/>
                  </a:lnTo>
                  <a:lnTo>
                    <a:pt x="648" y="1490"/>
                  </a:lnTo>
                  <a:lnTo>
                    <a:pt x="549" y="1671"/>
                  </a:lnTo>
                  <a:lnTo>
                    <a:pt x="444" y="1859"/>
                  </a:lnTo>
                  <a:lnTo>
                    <a:pt x="416" y="1849"/>
                  </a:lnTo>
                  <a:lnTo>
                    <a:pt x="391" y="1840"/>
                  </a:lnTo>
                  <a:lnTo>
                    <a:pt x="365" y="1830"/>
                  </a:lnTo>
                  <a:lnTo>
                    <a:pt x="340" y="1823"/>
                  </a:lnTo>
                  <a:lnTo>
                    <a:pt x="315" y="1813"/>
                  </a:lnTo>
                  <a:lnTo>
                    <a:pt x="292" y="1804"/>
                  </a:lnTo>
                  <a:lnTo>
                    <a:pt x="269" y="1794"/>
                  </a:lnTo>
                  <a:lnTo>
                    <a:pt x="250" y="1788"/>
                  </a:lnTo>
                  <a:lnTo>
                    <a:pt x="230" y="1779"/>
                  </a:lnTo>
                  <a:lnTo>
                    <a:pt x="212" y="1771"/>
                  </a:lnTo>
                  <a:lnTo>
                    <a:pt x="197" y="1764"/>
                  </a:lnTo>
                  <a:lnTo>
                    <a:pt x="186" y="1760"/>
                  </a:lnTo>
                  <a:lnTo>
                    <a:pt x="174" y="1754"/>
                  </a:lnTo>
                  <a:lnTo>
                    <a:pt x="169" y="1752"/>
                  </a:lnTo>
                  <a:lnTo>
                    <a:pt x="163" y="1750"/>
                  </a:lnTo>
                  <a:lnTo>
                    <a:pt x="0" y="1826"/>
                  </a:lnTo>
                  <a:lnTo>
                    <a:pt x="498" y="2003"/>
                  </a:lnTo>
                  <a:lnTo>
                    <a:pt x="503" y="1988"/>
                  </a:lnTo>
                  <a:lnTo>
                    <a:pt x="528" y="1952"/>
                  </a:lnTo>
                  <a:lnTo>
                    <a:pt x="562" y="1891"/>
                  </a:lnTo>
                  <a:lnTo>
                    <a:pt x="610" y="1813"/>
                  </a:lnTo>
                  <a:lnTo>
                    <a:pt x="665" y="1711"/>
                  </a:lnTo>
                  <a:lnTo>
                    <a:pt x="731" y="1600"/>
                  </a:lnTo>
                  <a:lnTo>
                    <a:pt x="802" y="1471"/>
                  </a:lnTo>
                  <a:lnTo>
                    <a:pt x="878" y="1330"/>
                  </a:lnTo>
                  <a:lnTo>
                    <a:pt x="954" y="1176"/>
                  </a:lnTo>
                  <a:lnTo>
                    <a:pt x="1032" y="1019"/>
                  </a:lnTo>
                  <a:lnTo>
                    <a:pt x="1110" y="853"/>
                  </a:lnTo>
                  <a:lnTo>
                    <a:pt x="1186" y="686"/>
                  </a:lnTo>
                  <a:lnTo>
                    <a:pt x="1256" y="513"/>
                  </a:lnTo>
                  <a:lnTo>
                    <a:pt x="1321" y="342"/>
                  </a:lnTo>
                  <a:lnTo>
                    <a:pt x="1378" y="173"/>
                  </a:lnTo>
                  <a:lnTo>
                    <a:pt x="1427" y="9"/>
                  </a:lnTo>
                  <a:lnTo>
                    <a:pt x="1309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2631" y="1487"/>
              <a:ext cx="106" cy="91"/>
            </a:xfrm>
            <a:custGeom>
              <a:avLst/>
              <a:gdLst>
                <a:gd name="T0" fmla="*/ 67 w 336"/>
                <a:gd name="T1" fmla="*/ 0 h 327"/>
                <a:gd name="T2" fmla="*/ 61 w 336"/>
                <a:gd name="T3" fmla="*/ 2 h 327"/>
                <a:gd name="T4" fmla="*/ 50 w 336"/>
                <a:gd name="T5" fmla="*/ 5 h 327"/>
                <a:gd name="T6" fmla="*/ 38 w 336"/>
                <a:gd name="T7" fmla="*/ 11 h 327"/>
                <a:gd name="T8" fmla="*/ 25 w 336"/>
                <a:gd name="T9" fmla="*/ 18 h 327"/>
                <a:gd name="T10" fmla="*/ 13 w 336"/>
                <a:gd name="T11" fmla="*/ 28 h 327"/>
                <a:gd name="T12" fmla="*/ 3 w 336"/>
                <a:gd name="T13" fmla="*/ 39 h 327"/>
                <a:gd name="T14" fmla="*/ 0 w 336"/>
                <a:gd name="T15" fmla="*/ 52 h 327"/>
                <a:gd name="T16" fmla="*/ 3 w 336"/>
                <a:gd name="T17" fmla="*/ 67 h 327"/>
                <a:gd name="T18" fmla="*/ 12 w 336"/>
                <a:gd name="T19" fmla="*/ 77 h 327"/>
                <a:gd name="T20" fmla="*/ 24 w 336"/>
                <a:gd name="T21" fmla="*/ 84 h 327"/>
                <a:gd name="T22" fmla="*/ 39 w 336"/>
                <a:gd name="T23" fmla="*/ 89 h 327"/>
                <a:gd name="T24" fmla="*/ 55 w 336"/>
                <a:gd name="T25" fmla="*/ 90 h 327"/>
                <a:gd name="T26" fmla="*/ 71 w 336"/>
                <a:gd name="T27" fmla="*/ 90 h 327"/>
                <a:gd name="T28" fmla="*/ 87 w 336"/>
                <a:gd name="T29" fmla="*/ 89 h 327"/>
                <a:gd name="T30" fmla="*/ 100 w 336"/>
                <a:gd name="T31" fmla="*/ 88 h 327"/>
                <a:gd name="T32" fmla="*/ 98 w 336"/>
                <a:gd name="T33" fmla="*/ 65 h 327"/>
                <a:gd name="T34" fmla="*/ 95 w 336"/>
                <a:gd name="T35" fmla="*/ 66 h 327"/>
                <a:gd name="T36" fmla="*/ 89 w 336"/>
                <a:gd name="T37" fmla="*/ 67 h 327"/>
                <a:gd name="T38" fmla="*/ 79 w 336"/>
                <a:gd name="T39" fmla="*/ 69 h 327"/>
                <a:gd name="T40" fmla="*/ 69 w 336"/>
                <a:gd name="T41" fmla="*/ 70 h 327"/>
                <a:gd name="T42" fmla="*/ 57 w 336"/>
                <a:gd name="T43" fmla="*/ 70 h 327"/>
                <a:gd name="T44" fmla="*/ 47 w 336"/>
                <a:gd name="T45" fmla="*/ 68 h 327"/>
                <a:gd name="T46" fmla="*/ 38 w 336"/>
                <a:gd name="T47" fmla="*/ 64 h 327"/>
                <a:gd name="T48" fmla="*/ 33 w 336"/>
                <a:gd name="T49" fmla="*/ 57 h 327"/>
                <a:gd name="T50" fmla="*/ 32 w 336"/>
                <a:gd name="T51" fmla="*/ 48 h 327"/>
                <a:gd name="T52" fmla="*/ 37 w 336"/>
                <a:gd name="T53" fmla="*/ 41 h 327"/>
                <a:gd name="T54" fmla="*/ 43 w 336"/>
                <a:gd name="T55" fmla="*/ 35 h 327"/>
                <a:gd name="T56" fmla="*/ 52 w 336"/>
                <a:gd name="T57" fmla="*/ 30 h 327"/>
                <a:gd name="T58" fmla="*/ 61 w 336"/>
                <a:gd name="T59" fmla="*/ 25 h 327"/>
                <a:gd name="T60" fmla="*/ 69 w 336"/>
                <a:gd name="T61" fmla="*/ 23 h 327"/>
                <a:gd name="T62" fmla="*/ 75 w 336"/>
                <a:gd name="T63" fmla="*/ 21 h 327"/>
                <a:gd name="T64" fmla="*/ 78 w 336"/>
                <a:gd name="T65" fmla="*/ 21 h 327"/>
                <a:gd name="T66" fmla="*/ 68 w 336"/>
                <a:gd name="T67" fmla="*/ 0 h 32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36"/>
                <a:gd name="T103" fmla="*/ 0 h 327"/>
                <a:gd name="T104" fmla="*/ 336 w 336"/>
                <a:gd name="T105" fmla="*/ 327 h 32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36" h="327">
                  <a:moveTo>
                    <a:pt x="216" y="0"/>
                  </a:moveTo>
                  <a:lnTo>
                    <a:pt x="213" y="0"/>
                  </a:lnTo>
                  <a:lnTo>
                    <a:pt x="205" y="2"/>
                  </a:lnTo>
                  <a:lnTo>
                    <a:pt x="194" y="6"/>
                  </a:lnTo>
                  <a:lnTo>
                    <a:pt x="178" y="12"/>
                  </a:lnTo>
                  <a:lnTo>
                    <a:pt x="159" y="17"/>
                  </a:lnTo>
                  <a:lnTo>
                    <a:pt x="140" y="29"/>
                  </a:lnTo>
                  <a:lnTo>
                    <a:pt x="119" y="38"/>
                  </a:lnTo>
                  <a:lnTo>
                    <a:pt x="100" y="53"/>
                  </a:lnTo>
                  <a:lnTo>
                    <a:pt x="78" y="65"/>
                  </a:lnTo>
                  <a:lnTo>
                    <a:pt x="59" y="82"/>
                  </a:lnTo>
                  <a:lnTo>
                    <a:pt x="40" y="99"/>
                  </a:lnTo>
                  <a:lnTo>
                    <a:pt x="24" y="120"/>
                  </a:lnTo>
                  <a:lnTo>
                    <a:pt x="11" y="139"/>
                  </a:lnTo>
                  <a:lnTo>
                    <a:pt x="3" y="164"/>
                  </a:lnTo>
                  <a:lnTo>
                    <a:pt x="0" y="188"/>
                  </a:lnTo>
                  <a:lnTo>
                    <a:pt x="3" y="217"/>
                  </a:lnTo>
                  <a:lnTo>
                    <a:pt x="9" y="240"/>
                  </a:lnTo>
                  <a:lnTo>
                    <a:pt x="22" y="261"/>
                  </a:lnTo>
                  <a:lnTo>
                    <a:pt x="38" y="278"/>
                  </a:lnTo>
                  <a:lnTo>
                    <a:pt x="57" y="293"/>
                  </a:lnTo>
                  <a:lnTo>
                    <a:pt x="76" y="302"/>
                  </a:lnTo>
                  <a:lnTo>
                    <a:pt x="98" y="312"/>
                  </a:lnTo>
                  <a:lnTo>
                    <a:pt x="123" y="320"/>
                  </a:lnTo>
                  <a:lnTo>
                    <a:pt x="150" y="325"/>
                  </a:lnTo>
                  <a:lnTo>
                    <a:pt x="174" y="325"/>
                  </a:lnTo>
                  <a:lnTo>
                    <a:pt x="201" y="327"/>
                  </a:lnTo>
                  <a:lnTo>
                    <a:pt x="226" y="325"/>
                  </a:lnTo>
                  <a:lnTo>
                    <a:pt x="252" y="325"/>
                  </a:lnTo>
                  <a:lnTo>
                    <a:pt x="275" y="321"/>
                  </a:lnTo>
                  <a:lnTo>
                    <a:pt x="298" y="320"/>
                  </a:lnTo>
                  <a:lnTo>
                    <a:pt x="317" y="316"/>
                  </a:lnTo>
                  <a:lnTo>
                    <a:pt x="336" y="314"/>
                  </a:lnTo>
                  <a:lnTo>
                    <a:pt x="311" y="234"/>
                  </a:lnTo>
                  <a:lnTo>
                    <a:pt x="308" y="234"/>
                  </a:lnTo>
                  <a:lnTo>
                    <a:pt x="302" y="236"/>
                  </a:lnTo>
                  <a:lnTo>
                    <a:pt x="292" y="240"/>
                  </a:lnTo>
                  <a:lnTo>
                    <a:pt x="281" y="242"/>
                  </a:lnTo>
                  <a:lnTo>
                    <a:pt x="266" y="244"/>
                  </a:lnTo>
                  <a:lnTo>
                    <a:pt x="251" y="249"/>
                  </a:lnTo>
                  <a:lnTo>
                    <a:pt x="233" y="249"/>
                  </a:lnTo>
                  <a:lnTo>
                    <a:pt x="218" y="253"/>
                  </a:lnTo>
                  <a:lnTo>
                    <a:pt x="199" y="251"/>
                  </a:lnTo>
                  <a:lnTo>
                    <a:pt x="180" y="251"/>
                  </a:lnTo>
                  <a:lnTo>
                    <a:pt x="163" y="249"/>
                  </a:lnTo>
                  <a:lnTo>
                    <a:pt x="148" y="245"/>
                  </a:lnTo>
                  <a:lnTo>
                    <a:pt x="133" y="240"/>
                  </a:lnTo>
                  <a:lnTo>
                    <a:pt x="121" y="230"/>
                  </a:lnTo>
                  <a:lnTo>
                    <a:pt x="110" y="219"/>
                  </a:lnTo>
                  <a:lnTo>
                    <a:pt x="106" y="206"/>
                  </a:lnTo>
                  <a:lnTo>
                    <a:pt x="100" y="188"/>
                  </a:lnTo>
                  <a:lnTo>
                    <a:pt x="102" y="173"/>
                  </a:lnTo>
                  <a:lnTo>
                    <a:pt x="106" y="158"/>
                  </a:lnTo>
                  <a:lnTo>
                    <a:pt x="116" y="147"/>
                  </a:lnTo>
                  <a:lnTo>
                    <a:pt x="125" y="133"/>
                  </a:lnTo>
                  <a:lnTo>
                    <a:pt x="136" y="124"/>
                  </a:lnTo>
                  <a:lnTo>
                    <a:pt x="150" y="112"/>
                  </a:lnTo>
                  <a:lnTo>
                    <a:pt x="165" y="107"/>
                  </a:lnTo>
                  <a:lnTo>
                    <a:pt x="178" y="97"/>
                  </a:lnTo>
                  <a:lnTo>
                    <a:pt x="192" y="91"/>
                  </a:lnTo>
                  <a:lnTo>
                    <a:pt x="205" y="84"/>
                  </a:lnTo>
                  <a:lnTo>
                    <a:pt x="220" y="82"/>
                  </a:lnTo>
                  <a:lnTo>
                    <a:pt x="230" y="76"/>
                  </a:lnTo>
                  <a:lnTo>
                    <a:pt x="239" y="74"/>
                  </a:lnTo>
                  <a:lnTo>
                    <a:pt x="243" y="74"/>
                  </a:lnTo>
                  <a:lnTo>
                    <a:pt x="247" y="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2227" y="1127"/>
              <a:ext cx="365" cy="192"/>
            </a:xfrm>
            <a:custGeom>
              <a:avLst/>
              <a:gdLst>
                <a:gd name="T0" fmla="*/ 11 w 1165"/>
                <a:gd name="T1" fmla="*/ 0 h 694"/>
                <a:gd name="T2" fmla="*/ 13 w 1165"/>
                <a:gd name="T3" fmla="*/ 1 h 694"/>
                <a:gd name="T4" fmla="*/ 21 w 1165"/>
                <a:gd name="T5" fmla="*/ 4 h 694"/>
                <a:gd name="T6" fmla="*/ 33 w 1165"/>
                <a:gd name="T7" fmla="*/ 8 h 694"/>
                <a:gd name="T8" fmla="*/ 50 w 1165"/>
                <a:gd name="T9" fmla="*/ 14 h 694"/>
                <a:gd name="T10" fmla="*/ 71 w 1165"/>
                <a:gd name="T11" fmla="*/ 22 h 694"/>
                <a:gd name="T12" fmla="*/ 94 w 1165"/>
                <a:gd name="T13" fmla="*/ 31 h 694"/>
                <a:gd name="T14" fmla="*/ 120 w 1165"/>
                <a:gd name="T15" fmla="*/ 41 h 694"/>
                <a:gd name="T16" fmla="*/ 148 w 1165"/>
                <a:gd name="T17" fmla="*/ 53 h 694"/>
                <a:gd name="T18" fmla="*/ 176 w 1165"/>
                <a:gd name="T19" fmla="*/ 64 h 694"/>
                <a:gd name="T20" fmla="*/ 206 w 1165"/>
                <a:gd name="T21" fmla="*/ 77 h 694"/>
                <a:gd name="T22" fmla="*/ 235 w 1165"/>
                <a:gd name="T23" fmla="*/ 90 h 694"/>
                <a:gd name="T24" fmla="*/ 264 w 1165"/>
                <a:gd name="T25" fmla="*/ 105 h 694"/>
                <a:gd name="T26" fmla="*/ 292 w 1165"/>
                <a:gd name="T27" fmla="*/ 118 h 694"/>
                <a:gd name="T28" fmla="*/ 319 w 1165"/>
                <a:gd name="T29" fmla="*/ 133 h 694"/>
                <a:gd name="T30" fmla="*/ 343 w 1165"/>
                <a:gd name="T31" fmla="*/ 147 h 694"/>
                <a:gd name="T32" fmla="*/ 365 w 1165"/>
                <a:gd name="T33" fmla="*/ 162 h 694"/>
                <a:gd name="T34" fmla="*/ 352 w 1165"/>
                <a:gd name="T35" fmla="*/ 192 h 694"/>
                <a:gd name="T36" fmla="*/ 350 w 1165"/>
                <a:gd name="T37" fmla="*/ 190 h 694"/>
                <a:gd name="T38" fmla="*/ 344 w 1165"/>
                <a:gd name="T39" fmla="*/ 188 h 694"/>
                <a:gd name="T40" fmla="*/ 335 w 1165"/>
                <a:gd name="T41" fmla="*/ 183 h 694"/>
                <a:gd name="T42" fmla="*/ 324 w 1165"/>
                <a:gd name="T43" fmla="*/ 177 h 694"/>
                <a:gd name="T44" fmla="*/ 309 w 1165"/>
                <a:gd name="T45" fmla="*/ 169 h 694"/>
                <a:gd name="T46" fmla="*/ 292 w 1165"/>
                <a:gd name="T47" fmla="*/ 160 h 694"/>
                <a:gd name="T48" fmla="*/ 272 w 1165"/>
                <a:gd name="T49" fmla="*/ 151 h 694"/>
                <a:gd name="T50" fmla="*/ 250 w 1165"/>
                <a:gd name="T51" fmla="*/ 140 h 694"/>
                <a:gd name="T52" fmla="*/ 225 w 1165"/>
                <a:gd name="T53" fmla="*/ 127 h 694"/>
                <a:gd name="T54" fmla="*/ 198 w 1165"/>
                <a:gd name="T55" fmla="*/ 115 h 694"/>
                <a:gd name="T56" fmla="*/ 169 w 1165"/>
                <a:gd name="T57" fmla="*/ 102 h 694"/>
                <a:gd name="T58" fmla="*/ 139 w 1165"/>
                <a:gd name="T59" fmla="*/ 88 h 694"/>
                <a:gd name="T60" fmla="*/ 106 w 1165"/>
                <a:gd name="T61" fmla="*/ 74 h 694"/>
                <a:gd name="T62" fmla="*/ 72 w 1165"/>
                <a:gd name="T63" fmla="*/ 60 h 694"/>
                <a:gd name="T64" fmla="*/ 36 w 1165"/>
                <a:gd name="T65" fmla="*/ 46 h 694"/>
                <a:gd name="T66" fmla="*/ 0 w 1165"/>
                <a:gd name="T67" fmla="*/ 32 h 694"/>
                <a:gd name="T68" fmla="*/ 11 w 1165"/>
                <a:gd name="T69" fmla="*/ 0 h 694"/>
                <a:gd name="T70" fmla="*/ 11 w 1165"/>
                <a:gd name="T71" fmla="*/ 0 h 69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65"/>
                <a:gd name="T109" fmla="*/ 0 h 694"/>
                <a:gd name="T110" fmla="*/ 1165 w 1165"/>
                <a:gd name="T111" fmla="*/ 694 h 69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65" h="694">
                  <a:moveTo>
                    <a:pt x="34" y="0"/>
                  </a:moveTo>
                  <a:lnTo>
                    <a:pt x="42" y="2"/>
                  </a:lnTo>
                  <a:lnTo>
                    <a:pt x="68" y="13"/>
                  </a:lnTo>
                  <a:lnTo>
                    <a:pt x="106" y="29"/>
                  </a:lnTo>
                  <a:lnTo>
                    <a:pt x="161" y="51"/>
                  </a:lnTo>
                  <a:lnTo>
                    <a:pt x="226" y="78"/>
                  </a:lnTo>
                  <a:lnTo>
                    <a:pt x="300" y="112"/>
                  </a:lnTo>
                  <a:lnTo>
                    <a:pt x="384" y="148"/>
                  </a:lnTo>
                  <a:lnTo>
                    <a:pt x="473" y="190"/>
                  </a:lnTo>
                  <a:lnTo>
                    <a:pt x="563" y="232"/>
                  </a:lnTo>
                  <a:lnTo>
                    <a:pt x="658" y="278"/>
                  </a:lnTo>
                  <a:lnTo>
                    <a:pt x="749" y="327"/>
                  </a:lnTo>
                  <a:lnTo>
                    <a:pt x="844" y="378"/>
                  </a:lnTo>
                  <a:lnTo>
                    <a:pt x="933" y="428"/>
                  </a:lnTo>
                  <a:lnTo>
                    <a:pt x="1019" y="481"/>
                  </a:lnTo>
                  <a:lnTo>
                    <a:pt x="1095" y="532"/>
                  </a:lnTo>
                  <a:lnTo>
                    <a:pt x="1165" y="586"/>
                  </a:lnTo>
                  <a:lnTo>
                    <a:pt x="1122" y="694"/>
                  </a:lnTo>
                  <a:lnTo>
                    <a:pt x="1116" y="688"/>
                  </a:lnTo>
                  <a:lnTo>
                    <a:pt x="1099" y="679"/>
                  </a:lnTo>
                  <a:lnTo>
                    <a:pt x="1070" y="662"/>
                  </a:lnTo>
                  <a:lnTo>
                    <a:pt x="1034" y="641"/>
                  </a:lnTo>
                  <a:lnTo>
                    <a:pt x="987" y="612"/>
                  </a:lnTo>
                  <a:lnTo>
                    <a:pt x="933" y="580"/>
                  </a:lnTo>
                  <a:lnTo>
                    <a:pt x="869" y="544"/>
                  </a:lnTo>
                  <a:lnTo>
                    <a:pt x="798" y="506"/>
                  </a:lnTo>
                  <a:lnTo>
                    <a:pt x="719" y="460"/>
                  </a:lnTo>
                  <a:lnTo>
                    <a:pt x="633" y="416"/>
                  </a:lnTo>
                  <a:lnTo>
                    <a:pt x="540" y="367"/>
                  </a:lnTo>
                  <a:lnTo>
                    <a:pt x="443" y="319"/>
                  </a:lnTo>
                  <a:lnTo>
                    <a:pt x="338" y="268"/>
                  </a:lnTo>
                  <a:lnTo>
                    <a:pt x="230" y="217"/>
                  </a:lnTo>
                  <a:lnTo>
                    <a:pt x="116" y="165"/>
                  </a:lnTo>
                  <a:lnTo>
                    <a:pt x="0" y="11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2144" y="1245"/>
              <a:ext cx="331" cy="563"/>
            </a:xfrm>
            <a:custGeom>
              <a:avLst/>
              <a:gdLst>
                <a:gd name="T0" fmla="*/ 331 w 1061"/>
                <a:gd name="T1" fmla="*/ 16 h 2030"/>
                <a:gd name="T2" fmla="*/ 329 w 1061"/>
                <a:gd name="T3" fmla="*/ 20 h 2030"/>
                <a:gd name="T4" fmla="*/ 323 w 1061"/>
                <a:gd name="T5" fmla="*/ 31 h 2030"/>
                <a:gd name="T6" fmla="*/ 315 w 1061"/>
                <a:gd name="T7" fmla="*/ 49 h 2030"/>
                <a:gd name="T8" fmla="*/ 304 w 1061"/>
                <a:gd name="T9" fmla="*/ 73 h 2030"/>
                <a:gd name="T10" fmla="*/ 290 w 1061"/>
                <a:gd name="T11" fmla="*/ 102 h 2030"/>
                <a:gd name="T12" fmla="*/ 274 w 1061"/>
                <a:gd name="T13" fmla="*/ 135 h 2030"/>
                <a:gd name="T14" fmla="*/ 255 w 1061"/>
                <a:gd name="T15" fmla="*/ 173 h 2030"/>
                <a:gd name="T16" fmla="*/ 235 w 1061"/>
                <a:gd name="T17" fmla="*/ 214 h 2030"/>
                <a:gd name="T18" fmla="*/ 213 w 1061"/>
                <a:gd name="T19" fmla="*/ 257 h 2030"/>
                <a:gd name="T20" fmla="*/ 190 w 1061"/>
                <a:gd name="T21" fmla="*/ 301 h 2030"/>
                <a:gd name="T22" fmla="*/ 165 w 1061"/>
                <a:gd name="T23" fmla="*/ 346 h 2030"/>
                <a:gd name="T24" fmla="*/ 141 w 1061"/>
                <a:gd name="T25" fmla="*/ 392 h 2030"/>
                <a:gd name="T26" fmla="*/ 115 w 1061"/>
                <a:gd name="T27" fmla="*/ 437 h 2030"/>
                <a:gd name="T28" fmla="*/ 91 w 1061"/>
                <a:gd name="T29" fmla="*/ 482 h 2030"/>
                <a:gd name="T30" fmla="*/ 65 w 1061"/>
                <a:gd name="T31" fmla="*/ 523 h 2030"/>
                <a:gd name="T32" fmla="*/ 40 w 1061"/>
                <a:gd name="T33" fmla="*/ 563 h 2030"/>
                <a:gd name="T34" fmla="*/ 0 w 1061"/>
                <a:gd name="T35" fmla="*/ 547 h 2030"/>
                <a:gd name="T36" fmla="*/ 2 w 1061"/>
                <a:gd name="T37" fmla="*/ 543 h 2030"/>
                <a:gd name="T38" fmla="*/ 8 w 1061"/>
                <a:gd name="T39" fmla="*/ 533 h 2030"/>
                <a:gd name="T40" fmla="*/ 19 w 1061"/>
                <a:gd name="T41" fmla="*/ 516 h 2030"/>
                <a:gd name="T42" fmla="*/ 33 w 1061"/>
                <a:gd name="T43" fmla="*/ 493 h 2030"/>
                <a:gd name="T44" fmla="*/ 50 w 1061"/>
                <a:gd name="T45" fmla="*/ 465 h 2030"/>
                <a:gd name="T46" fmla="*/ 69 w 1061"/>
                <a:gd name="T47" fmla="*/ 433 h 2030"/>
                <a:gd name="T48" fmla="*/ 91 w 1061"/>
                <a:gd name="T49" fmla="*/ 397 h 2030"/>
                <a:gd name="T50" fmla="*/ 114 w 1061"/>
                <a:gd name="T51" fmla="*/ 358 h 2030"/>
                <a:gd name="T52" fmla="*/ 137 w 1061"/>
                <a:gd name="T53" fmla="*/ 316 h 2030"/>
                <a:gd name="T54" fmla="*/ 161 w 1061"/>
                <a:gd name="T55" fmla="*/ 272 h 2030"/>
                <a:gd name="T56" fmla="*/ 186 w 1061"/>
                <a:gd name="T57" fmla="*/ 226 h 2030"/>
                <a:gd name="T58" fmla="*/ 211 w 1061"/>
                <a:gd name="T59" fmla="*/ 180 h 2030"/>
                <a:gd name="T60" fmla="*/ 233 w 1061"/>
                <a:gd name="T61" fmla="*/ 133 h 2030"/>
                <a:gd name="T62" fmla="*/ 256 w 1061"/>
                <a:gd name="T63" fmla="*/ 88 h 2030"/>
                <a:gd name="T64" fmla="*/ 276 w 1061"/>
                <a:gd name="T65" fmla="*/ 43 h 2030"/>
                <a:gd name="T66" fmla="*/ 294 w 1061"/>
                <a:gd name="T67" fmla="*/ 0 h 2030"/>
                <a:gd name="T68" fmla="*/ 331 w 1061"/>
                <a:gd name="T69" fmla="*/ 16 h 2030"/>
                <a:gd name="T70" fmla="*/ 331 w 1061"/>
                <a:gd name="T71" fmla="*/ 16 h 203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61"/>
                <a:gd name="T109" fmla="*/ 0 h 2030"/>
                <a:gd name="T110" fmla="*/ 1061 w 1061"/>
                <a:gd name="T111" fmla="*/ 2030 h 203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61" h="2030">
                  <a:moveTo>
                    <a:pt x="1061" y="59"/>
                  </a:moveTo>
                  <a:lnTo>
                    <a:pt x="1053" y="72"/>
                  </a:lnTo>
                  <a:lnTo>
                    <a:pt x="1036" y="112"/>
                  </a:lnTo>
                  <a:lnTo>
                    <a:pt x="1011" y="177"/>
                  </a:lnTo>
                  <a:lnTo>
                    <a:pt x="975" y="264"/>
                  </a:lnTo>
                  <a:lnTo>
                    <a:pt x="929" y="367"/>
                  </a:lnTo>
                  <a:lnTo>
                    <a:pt x="878" y="488"/>
                  </a:lnTo>
                  <a:lnTo>
                    <a:pt x="817" y="623"/>
                  </a:lnTo>
                  <a:lnTo>
                    <a:pt x="754" y="772"/>
                  </a:lnTo>
                  <a:lnTo>
                    <a:pt x="682" y="925"/>
                  </a:lnTo>
                  <a:lnTo>
                    <a:pt x="608" y="1085"/>
                  </a:lnTo>
                  <a:lnTo>
                    <a:pt x="530" y="1249"/>
                  </a:lnTo>
                  <a:lnTo>
                    <a:pt x="452" y="1414"/>
                  </a:lnTo>
                  <a:lnTo>
                    <a:pt x="370" y="1577"/>
                  </a:lnTo>
                  <a:lnTo>
                    <a:pt x="291" y="1737"/>
                  </a:lnTo>
                  <a:lnTo>
                    <a:pt x="209" y="1887"/>
                  </a:lnTo>
                  <a:lnTo>
                    <a:pt x="129" y="2030"/>
                  </a:lnTo>
                  <a:lnTo>
                    <a:pt x="0" y="1973"/>
                  </a:lnTo>
                  <a:lnTo>
                    <a:pt x="5" y="1958"/>
                  </a:lnTo>
                  <a:lnTo>
                    <a:pt x="26" y="1921"/>
                  </a:lnTo>
                  <a:lnTo>
                    <a:pt x="61" y="1859"/>
                  </a:lnTo>
                  <a:lnTo>
                    <a:pt x="106" y="1779"/>
                  </a:lnTo>
                  <a:lnTo>
                    <a:pt x="159" y="1678"/>
                  </a:lnTo>
                  <a:lnTo>
                    <a:pt x="222" y="1562"/>
                  </a:lnTo>
                  <a:lnTo>
                    <a:pt x="291" y="1431"/>
                  </a:lnTo>
                  <a:lnTo>
                    <a:pt x="365" y="1290"/>
                  </a:lnTo>
                  <a:lnTo>
                    <a:pt x="439" y="1138"/>
                  </a:lnTo>
                  <a:lnTo>
                    <a:pt x="517" y="979"/>
                  </a:lnTo>
                  <a:lnTo>
                    <a:pt x="595" y="815"/>
                  </a:lnTo>
                  <a:lnTo>
                    <a:pt x="675" y="650"/>
                  </a:lnTo>
                  <a:lnTo>
                    <a:pt x="747" y="481"/>
                  </a:lnTo>
                  <a:lnTo>
                    <a:pt x="819" y="317"/>
                  </a:lnTo>
                  <a:lnTo>
                    <a:pt x="884" y="154"/>
                  </a:lnTo>
                  <a:lnTo>
                    <a:pt x="943" y="0"/>
                  </a:lnTo>
                  <a:lnTo>
                    <a:pt x="1061" y="59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2929" y="1117"/>
              <a:ext cx="386" cy="207"/>
            </a:xfrm>
            <a:custGeom>
              <a:avLst/>
              <a:gdLst>
                <a:gd name="T0" fmla="*/ 0 w 1240"/>
                <a:gd name="T1" fmla="*/ 182 h 747"/>
                <a:gd name="T2" fmla="*/ 2 w 1240"/>
                <a:gd name="T3" fmla="*/ 181 h 747"/>
                <a:gd name="T4" fmla="*/ 9 w 1240"/>
                <a:gd name="T5" fmla="*/ 177 h 747"/>
                <a:gd name="T6" fmla="*/ 19 w 1240"/>
                <a:gd name="T7" fmla="*/ 170 h 747"/>
                <a:gd name="T8" fmla="*/ 34 w 1240"/>
                <a:gd name="T9" fmla="*/ 162 h 747"/>
                <a:gd name="T10" fmla="*/ 51 w 1240"/>
                <a:gd name="T11" fmla="*/ 152 h 747"/>
                <a:gd name="T12" fmla="*/ 72 w 1240"/>
                <a:gd name="T13" fmla="*/ 141 h 747"/>
                <a:gd name="T14" fmla="*/ 95 w 1240"/>
                <a:gd name="T15" fmla="*/ 128 h 747"/>
                <a:gd name="T16" fmla="*/ 121 w 1240"/>
                <a:gd name="T17" fmla="*/ 114 h 747"/>
                <a:gd name="T18" fmla="*/ 148 w 1240"/>
                <a:gd name="T19" fmla="*/ 99 h 747"/>
                <a:gd name="T20" fmla="*/ 177 w 1240"/>
                <a:gd name="T21" fmla="*/ 84 h 747"/>
                <a:gd name="T22" fmla="*/ 207 w 1240"/>
                <a:gd name="T23" fmla="*/ 69 h 747"/>
                <a:gd name="T24" fmla="*/ 238 w 1240"/>
                <a:gd name="T25" fmla="*/ 54 h 747"/>
                <a:gd name="T26" fmla="*/ 269 w 1240"/>
                <a:gd name="T27" fmla="*/ 39 h 747"/>
                <a:gd name="T28" fmla="*/ 301 w 1240"/>
                <a:gd name="T29" fmla="*/ 25 h 747"/>
                <a:gd name="T30" fmla="*/ 332 w 1240"/>
                <a:gd name="T31" fmla="*/ 12 h 747"/>
                <a:gd name="T32" fmla="*/ 363 w 1240"/>
                <a:gd name="T33" fmla="*/ 0 h 747"/>
                <a:gd name="T34" fmla="*/ 386 w 1240"/>
                <a:gd name="T35" fmla="*/ 26 h 747"/>
                <a:gd name="T36" fmla="*/ 383 w 1240"/>
                <a:gd name="T37" fmla="*/ 27 h 747"/>
                <a:gd name="T38" fmla="*/ 375 w 1240"/>
                <a:gd name="T39" fmla="*/ 30 h 747"/>
                <a:gd name="T40" fmla="*/ 363 w 1240"/>
                <a:gd name="T41" fmla="*/ 35 h 747"/>
                <a:gd name="T42" fmla="*/ 347 w 1240"/>
                <a:gd name="T43" fmla="*/ 43 h 747"/>
                <a:gd name="T44" fmla="*/ 328 w 1240"/>
                <a:gd name="T45" fmla="*/ 52 h 747"/>
                <a:gd name="T46" fmla="*/ 306 w 1240"/>
                <a:gd name="T47" fmla="*/ 62 h 747"/>
                <a:gd name="T48" fmla="*/ 281 w 1240"/>
                <a:gd name="T49" fmla="*/ 74 h 747"/>
                <a:gd name="T50" fmla="*/ 256 w 1240"/>
                <a:gd name="T51" fmla="*/ 87 h 747"/>
                <a:gd name="T52" fmla="*/ 227 w 1240"/>
                <a:gd name="T53" fmla="*/ 101 h 747"/>
                <a:gd name="T54" fmla="*/ 200 w 1240"/>
                <a:gd name="T55" fmla="*/ 115 h 747"/>
                <a:gd name="T56" fmla="*/ 171 w 1240"/>
                <a:gd name="T57" fmla="*/ 130 h 747"/>
                <a:gd name="T58" fmla="*/ 143 w 1240"/>
                <a:gd name="T59" fmla="*/ 145 h 747"/>
                <a:gd name="T60" fmla="*/ 115 w 1240"/>
                <a:gd name="T61" fmla="*/ 161 h 747"/>
                <a:gd name="T62" fmla="*/ 89 w 1240"/>
                <a:gd name="T63" fmla="*/ 177 h 747"/>
                <a:gd name="T64" fmla="*/ 64 w 1240"/>
                <a:gd name="T65" fmla="*/ 192 h 747"/>
                <a:gd name="T66" fmla="*/ 43 w 1240"/>
                <a:gd name="T67" fmla="*/ 207 h 747"/>
                <a:gd name="T68" fmla="*/ 0 w 1240"/>
                <a:gd name="T69" fmla="*/ 182 h 747"/>
                <a:gd name="T70" fmla="*/ 0 w 1240"/>
                <a:gd name="T71" fmla="*/ 182 h 7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40"/>
                <a:gd name="T109" fmla="*/ 0 h 747"/>
                <a:gd name="T110" fmla="*/ 1240 w 1240"/>
                <a:gd name="T111" fmla="*/ 747 h 7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40" h="747">
                  <a:moveTo>
                    <a:pt x="0" y="658"/>
                  </a:moveTo>
                  <a:lnTo>
                    <a:pt x="6" y="652"/>
                  </a:lnTo>
                  <a:lnTo>
                    <a:pt x="29" y="637"/>
                  </a:lnTo>
                  <a:lnTo>
                    <a:pt x="61" y="614"/>
                  </a:lnTo>
                  <a:lnTo>
                    <a:pt x="108" y="585"/>
                  </a:lnTo>
                  <a:lnTo>
                    <a:pt x="164" y="547"/>
                  </a:lnTo>
                  <a:lnTo>
                    <a:pt x="232" y="508"/>
                  </a:lnTo>
                  <a:lnTo>
                    <a:pt x="306" y="462"/>
                  </a:lnTo>
                  <a:lnTo>
                    <a:pt x="388" y="412"/>
                  </a:lnTo>
                  <a:lnTo>
                    <a:pt x="475" y="359"/>
                  </a:lnTo>
                  <a:lnTo>
                    <a:pt x="569" y="304"/>
                  </a:lnTo>
                  <a:lnTo>
                    <a:pt x="664" y="249"/>
                  </a:lnTo>
                  <a:lnTo>
                    <a:pt x="764" y="196"/>
                  </a:lnTo>
                  <a:lnTo>
                    <a:pt x="863" y="141"/>
                  </a:lnTo>
                  <a:lnTo>
                    <a:pt x="966" y="91"/>
                  </a:lnTo>
                  <a:lnTo>
                    <a:pt x="1065" y="42"/>
                  </a:lnTo>
                  <a:lnTo>
                    <a:pt x="1165" y="0"/>
                  </a:lnTo>
                  <a:lnTo>
                    <a:pt x="1240" y="93"/>
                  </a:lnTo>
                  <a:lnTo>
                    <a:pt x="1230" y="97"/>
                  </a:lnTo>
                  <a:lnTo>
                    <a:pt x="1205" y="108"/>
                  </a:lnTo>
                  <a:lnTo>
                    <a:pt x="1165" y="127"/>
                  </a:lnTo>
                  <a:lnTo>
                    <a:pt x="1116" y="154"/>
                  </a:lnTo>
                  <a:lnTo>
                    <a:pt x="1053" y="186"/>
                  </a:lnTo>
                  <a:lnTo>
                    <a:pt x="983" y="224"/>
                  </a:lnTo>
                  <a:lnTo>
                    <a:pt x="903" y="266"/>
                  </a:lnTo>
                  <a:lnTo>
                    <a:pt x="821" y="314"/>
                  </a:lnTo>
                  <a:lnTo>
                    <a:pt x="730" y="363"/>
                  </a:lnTo>
                  <a:lnTo>
                    <a:pt x="641" y="414"/>
                  </a:lnTo>
                  <a:lnTo>
                    <a:pt x="548" y="468"/>
                  </a:lnTo>
                  <a:lnTo>
                    <a:pt x="458" y="525"/>
                  </a:lnTo>
                  <a:lnTo>
                    <a:pt x="369" y="580"/>
                  </a:lnTo>
                  <a:lnTo>
                    <a:pt x="287" y="637"/>
                  </a:lnTo>
                  <a:lnTo>
                    <a:pt x="207" y="692"/>
                  </a:lnTo>
                  <a:lnTo>
                    <a:pt x="139" y="747"/>
                  </a:lnTo>
                  <a:lnTo>
                    <a:pt x="0" y="65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3176" y="1750"/>
              <a:ext cx="97" cy="73"/>
            </a:xfrm>
            <a:custGeom>
              <a:avLst/>
              <a:gdLst>
                <a:gd name="T0" fmla="*/ 59 w 310"/>
                <a:gd name="T1" fmla="*/ 0 h 262"/>
                <a:gd name="T2" fmla="*/ 57 w 310"/>
                <a:gd name="T3" fmla="*/ 1 h 262"/>
                <a:gd name="T4" fmla="*/ 52 w 310"/>
                <a:gd name="T5" fmla="*/ 4 h 262"/>
                <a:gd name="T6" fmla="*/ 49 w 310"/>
                <a:gd name="T7" fmla="*/ 6 h 262"/>
                <a:gd name="T8" fmla="*/ 45 w 310"/>
                <a:gd name="T9" fmla="*/ 9 h 262"/>
                <a:gd name="T10" fmla="*/ 41 w 310"/>
                <a:gd name="T11" fmla="*/ 12 h 262"/>
                <a:gd name="T12" fmla="*/ 37 w 310"/>
                <a:gd name="T13" fmla="*/ 15 h 262"/>
                <a:gd name="T14" fmla="*/ 32 w 310"/>
                <a:gd name="T15" fmla="*/ 18 h 262"/>
                <a:gd name="T16" fmla="*/ 27 w 310"/>
                <a:gd name="T17" fmla="*/ 21 h 262"/>
                <a:gd name="T18" fmla="*/ 22 w 310"/>
                <a:gd name="T19" fmla="*/ 24 h 262"/>
                <a:gd name="T20" fmla="*/ 17 w 310"/>
                <a:gd name="T21" fmla="*/ 27 h 262"/>
                <a:gd name="T22" fmla="*/ 13 w 310"/>
                <a:gd name="T23" fmla="*/ 30 h 262"/>
                <a:gd name="T24" fmla="*/ 8 w 310"/>
                <a:gd name="T25" fmla="*/ 32 h 262"/>
                <a:gd name="T26" fmla="*/ 3 w 310"/>
                <a:gd name="T27" fmla="*/ 33 h 262"/>
                <a:gd name="T28" fmla="*/ 0 w 310"/>
                <a:gd name="T29" fmla="*/ 36 h 262"/>
                <a:gd name="T30" fmla="*/ 15 w 310"/>
                <a:gd name="T31" fmla="*/ 73 h 262"/>
                <a:gd name="T32" fmla="*/ 97 w 310"/>
                <a:gd name="T33" fmla="*/ 30 h 262"/>
                <a:gd name="T34" fmla="*/ 59 w 310"/>
                <a:gd name="T35" fmla="*/ 0 h 262"/>
                <a:gd name="T36" fmla="*/ 59 w 310"/>
                <a:gd name="T37" fmla="*/ 0 h 26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10"/>
                <a:gd name="T58" fmla="*/ 0 h 262"/>
                <a:gd name="T59" fmla="*/ 310 w 310"/>
                <a:gd name="T60" fmla="*/ 262 h 26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10" h="262">
                  <a:moveTo>
                    <a:pt x="190" y="0"/>
                  </a:moveTo>
                  <a:lnTo>
                    <a:pt x="182" y="3"/>
                  </a:lnTo>
                  <a:lnTo>
                    <a:pt x="167" y="15"/>
                  </a:lnTo>
                  <a:lnTo>
                    <a:pt x="156" y="22"/>
                  </a:lnTo>
                  <a:lnTo>
                    <a:pt x="144" y="32"/>
                  </a:lnTo>
                  <a:lnTo>
                    <a:pt x="131" y="43"/>
                  </a:lnTo>
                  <a:lnTo>
                    <a:pt x="118" y="55"/>
                  </a:lnTo>
                  <a:lnTo>
                    <a:pt x="101" y="64"/>
                  </a:lnTo>
                  <a:lnTo>
                    <a:pt x="85" y="76"/>
                  </a:lnTo>
                  <a:lnTo>
                    <a:pt x="70" y="87"/>
                  </a:lnTo>
                  <a:lnTo>
                    <a:pt x="55" y="98"/>
                  </a:lnTo>
                  <a:lnTo>
                    <a:pt x="40" y="106"/>
                  </a:lnTo>
                  <a:lnTo>
                    <a:pt x="25" y="116"/>
                  </a:lnTo>
                  <a:lnTo>
                    <a:pt x="11" y="119"/>
                  </a:lnTo>
                  <a:lnTo>
                    <a:pt x="0" y="129"/>
                  </a:lnTo>
                  <a:lnTo>
                    <a:pt x="49" y="262"/>
                  </a:lnTo>
                  <a:lnTo>
                    <a:pt x="310" y="106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1927" y="1734"/>
              <a:ext cx="263" cy="108"/>
            </a:xfrm>
            <a:custGeom>
              <a:avLst/>
              <a:gdLst>
                <a:gd name="T0" fmla="*/ 0 w 844"/>
                <a:gd name="T1" fmla="*/ 32 h 389"/>
                <a:gd name="T2" fmla="*/ 0 w 844"/>
                <a:gd name="T3" fmla="*/ 32 h 389"/>
                <a:gd name="T4" fmla="*/ 2 w 844"/>
                <a:gd name="T5" fmla="*/ 34 h 389"/>
                <a:gd name="T6" fmla="*/ 9 w 844"/>
                <a:gd name="T7" fmla="*/ 36 h 389"/>
                <a:gd name="T8" fmla="*/ 20 w 844"/>
                <a:gd name="T9" fmla="*/ 40 h 389"/>
                <a:gd name="T10" fmla="*/ 32 w 844"/>
                <a:gd name="T11" fmla="*/ 44 h 389"/>
                <a:gd name="T12" fmla="*/ 46 w 844"/>
                <a:gd name="T13" fmla="*/ 49 h 389"/>
                <a:gd name="T14" fmla="*/ 62 w 844"/>
                <a:gd name="T15" fmla="*/ 55 h 389"/>
                <a:gd name="T16" fmla="*/ 80 w 844"/>
                <a:gd name="T17" fmla="*/ 62 h 389"/>
                <a:gd name="T18" fmla="*/ 98 w 844"/>
                <a:gd name="T19" fmla="*/ 68 h 389"/>
                <a:gd name="T20" fmla="*/ 117 w 844"/>
                <a:gd name="T21" fmla="*/ 74 h 389"/>
                <a:gd name="T22" fmla="*/ 136 w 844"/>
                <a:gd name="T23" fmla="*/ 81 h 389"/>
                <a:gd name="T24" fmla="*/ 156 w 844"/>
                <a:gd name="T25" fmla="*/ 87 h 389"/>
                <a:gd name="T26" fmla="*/ 174 w 844"/>
                <a:gd name="T27" fmla="*/ 93 h 389"/>
                <a:gd name="T28" fmla="*/ 193 w 844"/>
                <a:gd name="T29" fmla="*/ 99 h 389"/>
                <a:gd name="T30" fmla="*/ 211 w 844"/>
                <a:gd name="T31" fmla="*/ 103 h 389"/>
                <a:gd name="T32" fmla="*/ 228 w 844"/>
                <a:gd name="T33" fmla="*/ 108 h 389"/>
                <a:gd name="T34" fmla="*/ 230 w 844"/>
                <a:gd name="T35" fmla="*/ 105 h 389"/>
                <a:gd name="T36" fmla="*/ 233 w 844"/>
                <a:gd name="T37" fmla="*/ 102 h 389"/>
                <a:gd name="T38" fmla="*/ 236 w 844"/>
                <a:gd name="T39" fmla="*/ 99 h 389"/>
                <a:gd name="T40" fmla="*/ 239 w 844"/>
                <a:gd name="T41" fmla="*/ 96 h 389"/>
                <a:gd name="T42" fmla="*/ 242 w 844"/>
                <a:gd name="T43" fmla="*/ 92 h 389"/>
                <a:gd name="T44" fmla="*/ 245 w 844"/>
                <a:gd name="T45" fmla="*/ 89 h 389"/>
                <a:gd name="T46" fmla="*/ 248 w 844"/>
                <a:gd name="T47" fmla="*/ 86 h 389"/>
                <a:gd name="T48" fmla="*/ 251 w 844"/>
                <a:gd name="T49" fmla="*/ 82 h 389"/>
                <a:gd name="T50" fmla="*/ 253 w 844"/>
                <a:gd name="T51" fmla="*/ 79 h 389"/>
                <a:gd name="T52" fmla="*/ 255 w 844"/>
                <a:gd name="T53" fmla="*/ 76 h 389"/>
                <a:gd name="T54" fmla="*/ 257 w 844"/>
                <a:gd name="T55" fmla="*/ 72 h 389"/>
                <a:gd name="T56" fmla="*/ 260 w 844"/>
                <a:gd name="T57" fmla="*/ 71 h 389"/>
                <a:gd name="T58" fmla="*/ 262 w 844"/>
                <a:gd name="T59" fmla="*/ 67 h 389"/>
                <a:gd name="T60" fmla="*/ 263 w 844"/>
                <a:gd name="T61" fmla="*/ 66 h 389"/>
                <a:gd name="T62" fmla="*/ 225 w 844"/>
                <a:gd name="T63" fmla="*/ 47 h 389"/>
                <a:gd name="T64" fmla="*/ 214 w 844"/>
                <a:gd name="T65" fmla="*/ 62 h 389"/>
                <a:gd name="T66" fmla="*/ 212 w 844"/>
                <a:gd name="T67" fmla="*/ 61 h 389"/>
                <a:gd name="T68" fmla="*/ 207 w 844"/>
                <a:gd name="T69" fmla="*/ 59 h 389"/>
                <a:gd name="T70" fmla="*/ 198 w 844"/>
                <a:gd name="T71" fmla="*/ 56 h 389"/>
                <a:gd name="T72" fmla="*/ 189 w 844"/>
                <a:gd name="T73" fmla="*/ 54 h 389"/>
                <a:gd name="T74" fmla="*/ 175 w 844"/>
                <a:gd name="T75" fmla="*/ 49 h 389"/>
                <a:gd name="T76" fmla="*/ 160 w 844"/>
                <a:gd name="T77" fmla="*/ 45 h 389"/>
                <a:gd name="T78" fmla="*/ 145 w 844"/>
                <a:gd name="T79" fmla="*/ 41 h 389"/>
                <a:gd name="T80" fmla="*/ 129 w 844"/>
                <a:gd name="T81" fmla="*/ 36 h 389"/>
                <a:gd name="T82" fmla="*/ 112 w 844"/>
                <a:gd name="T83" fmla="*/ 30 h 389"/>
                <a:gd name="T84" fmla="*/ 96 w 844"/>
                <a:gd name="T85" fmla="*/ 25 h 389"/>
                <a:gd name="T86" fmla="*/ 79 w 844"/>
                <a:gd name="T87" fmla="*/ 20 h 389"/>
                <a:gd name="T88" fmla="*/ 65 w 844"/>
                <a:gd name="T89" fmla="*/ 15 h 389"/>
                <a:gd name="T90" fmla="*/ 51 w 844"/>
                <a:gd name="T91" fmla="*/ 11 h 389"/>
                <a:gd name="T92" fmla="*/ 39 w 844"/>
                <a:gd name="T93" fmla="*/ 6 h 389"/>
                <a:gd name="T94" fmla="*/ 30 w 844"/>
                <a:gd name="T95" fmla="*/ 3 h 389"/>
                <a:gd name="T96" fmla="*/ 23 w 844"/>
                <a:gd name="T97" fmla="*/ 1 h 389"/>
                <a:gd name="T98" fmla="*/ 19 w 844"/>
                <a:gd name="T99" fmla="*/ 0 h 389"/>
                <a:gd name="T100" fmla="*/ 15 w 844"/>
                <a:gd name="T101" fmla="*/ 3 h 389"/>
                <a:gd name="T102" fmla="*/ 13 w 844"/>
                <a:gd name="T103" fmla="*/ 5 h 389"/>
                <a:gd name="T104" fmla="*/ 11 w 844"/>
                <a:gd name="T105" fmla="*/ 8 h 389"/>
                <a:gd name="T106" fmla="*/ 8 w 844"/>
                <a:gd name="T107" fmla="*/ 11 h 389"/>
                <a:gd name="T108" fmla="*/ 7 w 844"/>
                <a:gd name="T109" fmla="*/ 14 h 389"/>
                <a:gd name="T110" fmla="*/ 4 w 844"/>
                <a:gd name="T111" fmla="*/ 17 h 389"/>
                <a:gd name="T112" fmla="*/ 2 w 844"/>
                <a:gd name="T113" fmla="*/ 20 h 389"/>
                <a:gd name="T114" fmla="*/ 1 w 844"/>
                <a:gd name="T115" fmla="*/ 22 h 389"/>
                <a:gd name="T116" fmla="*/ 0 w 844"/>
                <a:gd name="T117" fmla="*/ 25 h 389"/>
                <a:gd name="T118" fmla="*/ 0 w 844"/>
                <a:gd name="T119" fmla="*/ 29 h 389"/>
                <a:gd name="T120" fmla="*/ 0 w 844"/>
                <a:gd name="T121" fmla="*/ 32 h 389"/>
                <a:gd name="T122" fmla="*/ 0 w 844"/>
                <a:gd name="T123" fmla="*/ 32 h 3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844"/>
                <a:gd name="T187" fmla="*/ 0 h 389"/>
                <a:gd name="T188" fmla="*/ 844 w 844"/>
                <a:gd name="T189" fmla="*/ 389 h 38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844" h="389">
                  <a:moveTo>
                    <a:pt x="0" y="114"/>
                  </a:moveTo>
                  <a:lnTo>
                    <a:pt x="0" y="114"/>
                  </a:lnTo>
                  <a:lnTo>
                    <a:pt x="8" y="121"/>
                  </a:lnTo>
                  <a:lnTo>
                    <a:pt x="30" y="131"/>
                  </a:lnTo>
                  <a:lnTo>
                    <a:pt x="65" y="144"/>
                  </a:lnTo>
                  <a:lnTo>
                    <a:pt x="103" y="159"/>
                  </a:lnTo>
                  <a:lnTo>
                    <a:pt x="148" y="178"/>
                  </a:lnTo>
                  <a:lnTo>
                    <a:pt x="200" y="199"/>
                  </a:lnTo>
                  <a:lnTo>
                    <a:pt x="257" y="222"/>
                  </a:lnTo>
                  <a:lnTo>
                    <a:pt x="314" y="245"/>
                  </a:lnTo>
                  <a:lnTo>
                    <a:pt x="375" y="268"/>
                  </a:lnTo>
                  <a:lnTo>
                    <a:pt x="437" y="291"/>
                  </a:lnTo>
                  <a:lnTo>
                    <a:pt x="500" y="313"/>
                  </a:lnTo>
                  <a:lnTo>
                    <a:pt x="559" y="334"/>
                  </a:lnTo>
                  <a:lnTo>
                    <a:pt x="620" y="355"/>
                  </a:lnTo>
                  <a:lnTo>
                    <a:pt x="677" y="372"/>
                  </a:lnTo>
                  <a:lnTo>
                    <a:pt x="732" y="389"/>
                  </a:lnTo>
                  <a:lnTo>
                    <a:pt x="738" y="378"/>
                  </a:lnTo>
                  <a:lnTo>
                    <a:pt x="747" y="368"/>
                  </a:lnTo>
                  <a:lnTo>
                    <a:pt x="757" y="357"/>
                  </a:lnTo>
                  <a:lnTo>
                    <a:pt x="766" y="346"/>
                  </a:lnTo>
                  <a:lnTo>
                    <a:pt x="776" y="332"/>
                  </a:lnTo>
                  <a:lnTo>
                    <a:pt x="785" y="319"/>
                  </a:lnTo>
                  <a:lnTo>
                    <a:pt x="795" y="308"/>
                  </a:lnTo>
                  <a:lnTo>
                    <a:pt x="804" y="296"/>
                  </a:lnTo>
                  <a:lnTo>
                    <a:pt x="812" y="283"/>
                  </a:lnTo>
                  <a:lnTo>
                    <a:pt x="819" y="272"/>
                  </a:lnTo>
                  <a:lnTo>
                    <a:pt x="825" y="260"/>
                  </a:lnTo>
                  <a:lnTo>
                    <a:pt x="833" y="254"/>
                  </a:lnTo>
                  <a:lnTo>
                    <a:pt x="840" y="241"/>
                  </a:lnTo>
                  <a:lnTo>
                    <a:pt x="844" y="237"/>
                  </a:lnTo>
                  <a:lnTo>
                    <a:pt x="721" y="171"/>
                  </a:lnTo>
                  <a:lnTo>
                    <a:pt x="688" y="222"/>
                  </a:lnTo>
                  <a:lnTo>
                    <a:pt x="681" y="218"/>
                  </a:lnTo>
                  <a:lnTo>
                    <a:pt x="664" y="213"/>
                  </a:lnTo>
                  <a:lnTo>
                    <a:pt x="637" y="203"/>
                  </a:lnTo>
                  <a:lnTo>
                    <a:pt x="605" y="194"/>
                  </a:lnTo>
                  <a:lnTo>
                    <a:pt x="561" y="178"/>
                  </a:lnTo>
                  <a:lnTo>
                    <a:pt x="515" y="161"/>
                  </a:lnTo>
                  <a:lnTo>
                    <a:pt x="464" y="146"/>
                  </a:lnTo>
                  <a:lnTo>
                    <a:pt x="414" y="129"/>
                  </a:lnTo>
                  <a:lnTo>
                    <a:pt x="359" y="108"/>
                  </a:lnTo>
                  <a:lnTo>
                    <a:pt x="308" y="91"/>
                  </a:lnTo>
                  <a:lnTo>
                    <a:pt x="255" y="72"/>
                  </a:lnTo>
                  <a:lnTo>
                    <a:pt x="207" y="55"/>
                  </a:lnTo>
                  <a:lnTo>
                    <a:pt x="164" y="38"/>
                  </a:lnTo>
                  <a:lnTo>
                    <a:pt x="125" y="21"/>
                  </a:lnTo>
                  <a:lnTo>
                    <a:pt x="95" y="11"/>
                  </a:lnTo>
                  <a:lnTo>
                    <a:pt x="74" y="2"/>
                  </a:lnTo>
                  <a:lnTo>
                    <a:pt x="61" y="0"/>
                  </a:lnTo>
                  <a:lnTo>
                    <a:pt x="49" y="11"/>
                  </a:lnTo>
                  <a:lnTo>
                    <a:pt x="42" y="19"/>
                  </a:lnTo>
                  <a:lnTo>
                    <a:pt x="34" y="28"/>
                  </a:lnTo>
                  <a:lnTo>
                    <a:pt x="27" y="38"/>
                  </a:lnTo>
                  <a:lnTo>
                    <a:pt x="21" y="51"/>
                  </a:lnTo>
                  <a:lnTo>
                    <a:pt x="13" y="61"/>
                  </a:lnTo>
                  <a:lnTo>
                    <a:pt x="8" y="72"/>
                  </a:lnTo>
                  <a:lnTo>
                    <a:pt x="2" y="81"/>
                  </a:lnTo>
                  <a:lnTo>
                    <a:pt x="0" y="91"/>
                  </a:lnTo>
                  <a:lnTo>
                    <a:pt x="0" y="10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3047" y="1223"/>
              <a:ext cx="426" cy="582"/>
            </a:xfrm>
            <a:custGeom>
              <a:avLst/>
              <a:gdLst>
                <a:gd name="T0" fmla="*/ 0 w 1362"/>
                <a:gd name="T1" fmla="*/ 34 h 2102"/>
                <a:gd name="T2" fmla="*/ 2 w 1362"/>
                <a:gd name="T3" fmla="*/ 38 h 2102"/>
                <a:gd name="T4" fmla="*/ 10 w 1362"/>
                <a:gd name="T5" fmla="*/ 51 h 2102"/>
                <a:gd name="T6" fmla="*/ 23 w 1362"/>
                <a:gd name="T7" fmla="*/ 71 h 2102"/>
                <a:gd name="T8" fmla="*/ 39 w 1362"/>
                <a:gd name="T9" fmla="*/ 98 h 2102"/>
                <a:gd name="T10" fmla="*/ 59 w 1362"/>
                <a:gd name="T11" fmla="*/ 130 h 2102"/>
                <a:gd name="T12" fmla="*/ 83 w 1362"/>
                <a:gd name="T13" fmla="*/ 167 h 2102"/>
                <a:gd name="T14" fmla="*/ 108 w 1362"/>
                <a:gd name="T15" fmla="*/ 208 h 2102"/>
                <a:gd name="T16" fmla="*/ 137 w 1362"/>
                <a:gd name="T17" fmla="*/ 252 h 2102"/>
                <a:gd name="T18" fmla="*/ 166 w 1362"/>
                <a:gd name="T19" fmla="*/ 296 h 2102"/>
                <a:gd name="T20" fmla="*/ 197 w 1362"/>
                <a:gd name="T21" fmla="*/ 342 h 2102"/>
                <a:gd name="T22" fmla="*/ 228 w 1362"/>
                <a:gd name="T23" fmla="*/ 387 h 2102"/>
                <a:gd name="T24" fmla="*/ 260 w 1362"/>
                <a:gd name="T25" fmla="*/ 432 h 2102"/>
                <a:gd name="T26" fmla="*/ 291 w 1362"/>
                <a:gd name="T27" fmla="*/ 475 h 2102"/>
                <a:gd name="T28" fmla="*/ 322 w 1362"/>
                <a:gd name="T29" fmla="*/ 515 h 2102"/>
                <a:gd name="T30" fmla="*/ 352 w 1362"/>
                <a:gd name="T31" fmla="*/ 551 h 2102"/>
                <a:gd name="T32" fmla="*/ 380 w 1362"/>
                <a:gd name="T33" fmla="*/ 582 h 2102"/>
                <a:gd name="T34" fmla="*/ 425 w 1362"/>
                <a:gd name="T35" fmla="*/ 564 h 2102"/>
                <a:gd name="T36" fmla="*/ 421 w 1362"/>
                <a:gd name="T37" fmla="*/ 559 h 2102"/>
                <a:gd name="T38" fmla="*/ 411 w 1362"/>
                <a:gd name="T39" fmla="*/ 547 h 2102"/>
                <a:gd name="T40" fmla="*/ 395 w 1362"/>
                <a:gd name="T41" fmla="*/ 527 h 2102"/>
                <a:gd name="T42" fmla="*/ 374 w 1362"/>
                <a:gd name="T43" fmla="*/ 501 h 2102"/>
                <a:gd name="T44" fmla="*/ 348 w 1362"/>
                <a:gd name="T45" fmla="*/ 469 h 2102"/>
                <a:gd name="T46" fmla="*/ 320 w 1362"/>
                <a:gd name="T47" fmla="*/ 432 h 2102"/>
                <a:gd name="T48" fmla="*/ 290 w 1362"/>
                <a:gd name="T49" fmla="*/ 393 h 2102"/>
                <a:gd name="T50" fmla="*/ 258 w 1362"/>
                <a:gd name="T51" fmla="*/ 351 h 2102"/>
                <a:gd name="T52" fmla="*/ 225 w 1362"/>
                <a:gd name="T53" fmla="*/ 305 h 2102"/>
                <a:gd name="T54" fmla="*/ 192 w 1362"/>
                <a:gd name="T55" fmla="*/ 259 h 2102"/>
                <a:gd name="T56" fmla="*/ 161 w 1362"/>
                <a:gd name="T57" fmla="*/ 213 h 2102"/>
                <a:gd name="T58" fmla="*/ 132 w 1362"/>
                <a:gd name="T59" fmla="*/ 167 h 2102"/>
                <a:gd name="T60" fmla="*/ 105 w 1362"/>
                <a:gd name="T61" fmla="*/ 122 h 2102"/>
                <a:gd name="T62" fmla="*/ 82 w 1362"/>
                <a:gd name="T63" fmla="*/ 81 h 2102"/>
                <a:gd name="T64" fmla="*/ 63 w 1362"/>
                <a:gd name="T65" fmla="*/ 41 h 2102"/>
                <a:gd name="T66" fmla="*/ 51 w 1362"/>
                <a:gd name="T67" fmla="*/ 6 h 2102"/>
                <a:gd name="T68" fmla="*/ 48 w 1362"/>
                <a:gd name="T69" fmla="*/ 2 h 2102"/>
                <a:gd name="T70" fmla="*/ 46 w 1362"/>
                <a:gd name="T71" fmla="*/ 1 h 2102"/>
                <a:gd name="T72" fmla="*/ 42 w 1362"/>
                <a:gd name="T73" fmla="*/ 0 h 2102"/>
                <a:gd name="T74" fmla="*/ 39 w 1362"/>
                <a:gd name="T75" fmla="*/ 1 h 2102"/>
                <a:gd name="T76" fmla="*/ 35 w 1362"/>
                <a:gd name="T77" fmla="*/ 2 h 2102"/>
                <a:gd name="T78" fmla="*/ 31 w 1362"/>
                <a:gd name="T79" fmla="*/ 5 h 2102"/>
                <a:gd name="T80" fmla="*/ 26 w 1362"/>
                <a:gd name="T81" fmla="*/ 8 h 2102"/>
                <a:gd name="T82" fmla="*/ 23 w 1362"/>
                <a:gd name="T83" fmla="*/ 12 h 2102"/>
                <a:gd name="T84" fmla="*/ 18 w 1362"/>
                <a:gd name="T85" fmla="*/ 15 h 2102"/>
                <a:gd name="T86" fmla="*/ 14 w 1362"/>
                <a:gd name="T87" fmla="*/ 19 h 2102"/>
                <a:gd name="T88" fmla="*/ 10 w 1362"/>
                <a:gd name="T89" fmla="*/ 23 h 2102"/>
                <a:gd name="T90" fmla="*/ 7 w 1362"/>
                <a:gd name="T91" fmla="*/ 26 h 2102"/>
                <a:gd name="T92" fmla="*/ 3 w 1362"/>
                <a:gd name="T93" fmla="*/ 29 h 2102"/>
                <a:gd name="T94" fmla="*/ 2 w 1362"/>
                <a:gd name="T95" fmla="*/ 32 h 2102"/>
                <a:gd name="T96" fmla="*/ 0 w 1362"/>
                <a:gd name="T97" fmla="*/ 33 h 2102"/>
                <a:gd name="T98" fmla="*/ 0 w 1362"/>
                <a:gd name="T99" fmla="*/ 34 h 2102"/>
                <a:gd name="T100" fmla="*/ 0 w 1362"/>
                <a:gd name="T101" fmla="*/ 34 h 210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362"/>
                <a:gd name="T154" fmla="*/ 0 h 2102"/>
                <a:gd name="T155" fmla="*/ 1362 w 1362"/>
                <a:gd name="T156" fmla="*/ 2102 h 210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362" h="2102">
                  <a:moveTo>
                    <a:pt x="0" y="124"/>
                  </a:moveTo>
                  <a:lnTo>
                    <a:pt x="8" y="139"/>
                  </a:lnTo>
                  <a:lnTo>
                    <a:pt x="33" y="184"/>
                  </a:lnTo>
                  <a:lnTo>
                    <a:pt x="73" y="258"/>
                  </a:lnTo>
                  <a:lnTo>
                    <a:pt x="126" y="355"/>
                  </a:lnTo>
                  <a:lnTo>
                    <a:pt x="189" y="471"/>
                  </a:lnTo>
                  <a:lnTo>
                    <a:pt x="265" y="604"/>
                  </a:lnTo>
                  <a:lnTo>
                    <a:pt x="346" y="751"/>
                  </a:lnTo>
                  <a:lnTo>
                    <a:pt x="438" y="909"/>
                  </a:lnTo>
                  <a:lnTo>
                    <a:pt x="531" y="1070"/>
                  </a:lnTo>
                  <a:lnTo>
                    <a:pt x="630" y="1235"/>
                  </a:lnTo>
                  <a:lnTo>
                    <a:pt x="730" y="1399"/>
                  </a:lnTo>
                  <a:lnTo>
                    <a:pt x="833" y="1562"/>
                  </a:lnTo>
                  <a:lnTo>
                    <a:pt x="934" y="1714"/>
                  </a:lnTo>
                  <a:lnTo>
                    <a:pt x="1033" y="1861"/>
                  </a:lnTo>
                  <a:lnTo>
                    <a:pt x="1128" y="1990"/>
                  </a:lnTo>
                  <a:lnTo>
                    <a:pt x="1219" y="2102"/>
                  </a:lnTo>
                  <a:lnTo>
                    <a:pt x="1362" y="2038"/>
                  </a:lnTo>
                  <a:lnTo>
                    <a:pt x="1348" y="2020"/>
                  </a:lnTo>
                  <a:lnTo>
                    <a:pt x="1316" y="1975"/>
                  </a:lnTo>
                  <a:lnTo>
                    <a:pt x="1265" y="1905"/>
                  </a:lnTo>
                  <a:lnTo>
                    <a:pt x="1198" y="1811"/>
                  </a:lnTo>
                  <a:lnTo>
                    <a:pt x="1116" y="1695"/>
                  </a:lnTo>
                  <a:lnTo>
                    <a:pt x="1027" y="1562"/>
                  </a:lnTo>
                  <a:lnTo>
                    <a:pt x="928" y="1420"/>
                  </a:lnTo>
                  <a:lnTo>
                    <a:pt x="827" y="1266"/>
                  </a:lnTo>
                  <a:lnTo>
                    <a:pt x="721" y="1102"/>
                  </a:lnTo>
                  <a:lnTo>
                    <a:pt x="616" y="935"/>
                  </a:lnTo>
                  <a:lnTo>
                    <a:pt x="516" y="768"/>
                  </a:lnTo>
                  <a:lnTo>
                    <a:pt x="422" y="604"/>
                  </a:lnTo>
                  <a:lnTo>
                    <a:pt x="335" y="441"/>
                  </a:lnTo>
                  <a:lnTo>
                    <a:pt x="263" y="291"/>
                  </a:lnTo>
                  <a:lnTo>
                    <a:pt x="202" y="148"/>
                  </a:lnTo>
                  <a:lnTo>
                    <a:pt x="162" y="23"/>
                  </a:lnTo>
                  <a:lnTo>
                    <a:pt x="154" y="9"/>
                  </a:lnTo>
                  <a:lnTo>
                    <a:pt x="147" y="2"/>
                  </a:lnTo>
                  <a:lnTo>
                    <a:pt x="135" y="0"/>
                  </a:lnTo>
                  <a:lnTo>
                    <a:pt x="126" y="4"/>
                  </a:lnTo>
                  <a:lnTo>
                    <a:pt x="111" y="8"/>
                  </a:lnTo>
                  <a:lnTo>
                    <a:pt x="99" y="17"/>
                  </a:lnTo>
                  <a:lnTo>
                    <a:pt x="84" y="28"/>
                  </a:lnTo>
                  <a:lnTo>
                    <a:pt x="73" y="42"/>
                  </a:lnTo>
                  <a:lnTo>
                    <a:pt x="57" y="53"/>
                  </a:lnTo>
                  <a:lnTo>
                    <a:pt x="44" y="68"/>
                  </a:lnTo>
                  <a:lnTo>
                    <a:pt x="33" y="82"/>
                  </a:lnTo>
                  <a:lnTo>
                    <a:pt x="23" y="95"/>
                  </a:lnTo>
                  <a:lnTo>
                    <a:pt x="10" y="105"/>
                  </a:lnTo>
                  <a:lnTo>
                    <a:pt x="6" y="114"/>
                  </a:lnTo>
                  <a:lnTo>
                    <a:pt x="0" y="120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3259" y="1724"/>
              <a:ext cx="162" cy="87"/>
            </a:xfrm>
            <a:custGeom>
              <a:avLst/>
              <a:gdLst>
                <a:gd name="T0" fmla="*/ 135 w 521"/>
                <a:gd name="T1" fmla="*/ 0 h 317"/>
                <a:gd name="T2" fmla="*/ 133 w 521"/>
                <a:gd name="T3" fmla="*/ 0 h 317"/>
                <a:gd name="T4" fmla="*/ 130 w 521"/>
                <a:gd name="T5" fmla="*/ 1 h 317"/>
                <a:gd name="T6" fmla="*/ 125 w 521"/>
                <a:gd name="T7" fmla="*/ 3 h 317"/>
                <a:gd name="T8" fmla="*/ 119 w 521"/>
                <a:gd name="T9" fmla="*/ 7 h 317"/>
                <a:gd name="T10" fmla="*/ 111 w 521"/>
                <a:gd name="T11" fmla="*/ 10 h 317"/>
                <a:gd name="T12" fmla="*/ 102 w 521"/>
                <a:gd name="T13" fmla="*/ 13 h 317"/>
                <a:gd name="T14" fmla="*/ 92 w 521"/>
                <a:gd name="T15" fmla="*/ 18 h 317"/>
                <a:gd name="T16" fmla="*/ 82 w 521"/>
                <a:gd name="T17" fmla="*/ 22 h 317"/>
                <a:gd name="T18" fmla="*/ 71 w 521"/>
                <a:gd name="T19" fmla="*/ 27 h 317"/>
                <a:gd name="T20" fmla="*/ 60 w 521"/>
                <a:gd name="T21" fmla="*/ 31 h 317"/>
                <a:gd name="T22" fmla="*/ 49 w 521"/>
                <a:gd name="T23" fmla="*/ 34 h 317"/>
                <a:gd name="T24" fmla="*/ 38 w 521"/>
                <a:gd name="T25" fmla="*/ 38 h 317"/>
                <a:gd name="T26" fmla="*/ 27 w 521"/>
                <a:gd name="T27" fmla="*/ 41 h 317"/>
                <a:gd name="T28" fmla="*/ 17 w 521"/>
                <a:gd name="T29" fmla="*/ 44 h 317"/>
                <a:gd name="T30" fmla="*/ 8 w 521"/>
                <a:gd name="T31" fmla="*/ 45 h 317"/>
                <a:gd name="T32" fmla="*/ 0 w 521"/>
                <a:gd name="T33" fmla="*/ 47 h 317"/>
                <a:gd name="T34" fmla="*/ 2 w 521"/>
                <a:gd name="T35" fmla="*/ 50 h 317"/>
                <a:gd name="T36" fmla="*/ 5 w 521"/>
                <a:gd name="T37" fmla="*/ 54 h 317"/>
                <a:gd name="T38" fmla="*/ 8 w 521"/>
                <a:gd name="T39" fmla="*/ 58 h 317"/>
                <a:gd name="T40" fmla="*/ 12 w 521"/>
                <a:gd name="T41" fmla="*/ 63 h 317"/>
                <a:gd name="T42" fmla="*/ 15 w 521"/>
                <a:gd name="T43" fmla="*/ 66 h 317"/>
                <a:gd name="T44" fmla="*/ 18 w 521"/>
                <a:gd name="T45" fmla="*/ 69 h 317"/>
                <a:gd name="T46" fmla="*/ 21 w 521"/>
                <a:gd name="T47" fmla="*/ 72 h 317"/>
                <a:gd name="T48" fmla="*/ 24 w 521"/>
                <a:gd name="T49" fmla="*/ 75 h 317"/>
                <a:gd name="T50" fmla="*/ 29 w 521"/>
                <a:gd name="T51" fmla="*/ 80 h 317"/>
                <a:gd name="T52" fmla="*/ 33 w 521"/>
                <a:gd name="T53" fmla="*/ 84 h 317"/>
                <a:gd name="T54" fmla="*/ 36 w 521"/>
                <a:gd name="T55" fmla="*/ 86 h 317"/>
                <a:gd name="T56" fmla="*/ 37 w 521"/>
                <a:gd name="T57" fmla="*/ 87 h 317"/>
                <a:gd name="T58" fmla="*/ 38 w 521"/>
                <a:gd name="T59" fmla="*/ 86 h 317"/>
                <a:gd name="T60" fmla="*/ 41 w 521"/>
                <a:gd name="T61" fmla="*/ 85 h 317"/>
                <a:gd name="T62" fmla="*/ 47 w 521"/>
                <a:gd name="T63" fmla="*/ 82 h 317"/>
                <a:gd name="T64" fmla="*/ 54 w 521"/>
                <a:gd name="T65" fmla="*/ 80 h 317"/>
                <a:gd name="T66" fmla="*/ 63 w 521"/>
                <a:gd name="T67" fmla="*/ 75 h 317"/>
                <a:gd name="T68" fmla="*/ 72 w 521"/>
                <a:gd name="T69" fmla="*/ 72 h 317"/>
                <a:gd name="T70" fmla="*/ 83 w 521"/>
                <a:gd name="T71" fmla="*/ 68 h 317"/>
                <a:gd name="T72" fmla="*/ 94 w 521"/>
                <a:gd name="T73" fmla="*/ 63 h 317"/>
                <a:gd name="T74" fmla="*/ 105 w 521"/>
                <a:gd name="T75" fmla="*/ 59 h 317"/>
                <a:gd name="T76" fmla="*/ 116 w 521"/>
                <a:gd name="T77" fmla="*/ 54 h 317"/>
                <a:gd name="T78" fmla="*/ 126 w 521"/>
                <a:gd name="T79" fmla="*/ 49 h 317"/>
                <a:gd name="T80" fmla="*/ 136 w 521"/>
                <a:gd name="T81" fmla="*/ 46 h 317"/>
                <a:gd name="T82" fmla="*/ 144 w 521"/>
                <a:gd name="T83" fmla="*/ 42 h 317"/>
                <a:gd name="T84" fmla="*/ 152 w 521"/>
                <a:gd name="T85" fmla="*/ 38 h 317"/>
                <a:gd name="T86" fmla="*/ 158 w 521"/>
                <a:gd name="T87" fmla="*/ 36 h 317"/>
                <a:gd name="T88" fmla="*/ 162 w 521"/>
                <a:gd name="T89" fmla="*/ 35 h 317"/>
                <a:gd name="T90" fmla="*/ 135 w 521"/>
                <a:gd name="T91" fmla="*/ 0 h 317"/>
                <a:gd name="T92" fmla="*/ 135 w 521"/>
                <a:gd name="T93" fmla="*/ 0 h 3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21"/>
                <a:gd name="T142" fmla="*/ 0 h 317"/>
                <a:gd name="T143" fmla="*/ 521 w 521"/>
                <a:gd name="T144" fmla="*/ 317 h 31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21" h="317">
                  <a:moveTo>
                    <a:pt x="433" y="0"/>
                  </a:moveTo>
                  <a:lnTo>
                    <a:pt x="428" y="0"/>
                  </a:lnTo>
                  <a:lnTo>
                    <a:pt x="418" y="3"/>
                  </a:lnTo>
                  <a:lnTo>
                    <a:pt x="403" y="11"/>
                  </a:lnTo>
                  <a:lnTo>
                    <a:pt x="382" y="24"/>
                  </a:lnTo>
                  <a:lnTo>
                    <a:pt x="356" y="36"/>
                  </a:lnTo>
                  <a:lnTo>
                    <a:pt x="329" y="47"/>
                  </a:lnTo>
                  <a:lnTo>
                    <a:pt x="297" y="64"/>
                  </a:lnTo>
                  <a:lnTo>
                    <a:pt x="264" y="81"/>
                  </a:lnTo>
                  <a:lnTo>
                    <a:pt x="228" y="97"/>
                  </a:lnTo>
                  <a:lnTo>
                    <a:pt x="192" y="112"/>
                  </a:lnTo>
                  <a:lnTo>
                    <a:pt x="156" y="125"/>
                  </a:lnTo>
                  <a:lnTo>
                    <a:pt x="122" y="140"/>
                  </a:lnTo>
                  <a:lnTo>
                    <a:pt x="86" y="150"/>
                  </a:lnTo>
                  <a:lnTo>
                    <a:pt x="55" y="159"/>
                  </a:lnTo>
                  <a:lnTo>
                    <a:pt x="25" y="165"/>
                  </a:lnTo>
                  <a:lnTo>
                    <a:pt x="0" y="171"/>
                  </a:lnTo>
                  <a:lnTo>
                    <a:pt x="8" y="184"/>
                  </a:lnTo>
                  <a:lnTo>
                    <a:pt x="17" y="197"/>
                  </a:lnTo>
                  <a:lnTo>
                    <a:pt x="27" y="212"/>
                  </a:lnTo>
                  <a:lnTo>
                    <a:pt x="38" y="228"/>
                  </a:lnTo>
                  <a:lnTo>
                    <a:pt x="48" y="239"/>
                  </a:lnTo>
                  <a:lnTo>
                    <a:pt x="59" y="252"/>
                  </a:lnTo>
                  <a:lnTo>
                    <a:pt x="68" y="264"/>
                  </a:lnTo>
                  <a:lnTo>
                    <a:pt x="78" y="275"/>
                  </a:lnTo>
                  <a:lnTo>
                    <a:pt x="93" y="292"/>
                  </a:lnTo>
                  <a:lnTo>
                    <a:pt x="106" y="306"/>
                  </a:lnTo>
                  <a:lnTo>
                    <a:pt x="116" y="313"/>
                  </a:lnTo>
                  <a:lnTo>
                    <a:pt x="120" y="317"/>
                  </a:lnTo>
                  <a:lnTo>
                    <a:pt x="122" y="313"/>
                  </a:lnTo>
                  <a:lnTo>
                    <a:pt x="133" y="309"/>
                  </a:lnTo>
                  <a:lnTo>
                    <a:pt x="150" y="300"/>
                  </a:lnTo>
                  <a:lnTo>
                    <a:pt x="175" y="290"/>
                  </a:lnTo>
                  <a:lnTo>
                    <a:pt x="202" y="275"/>
                  </a:lnTo>
                  <a:lnTo>
                    <a:pt x="232" y="262"/>
                  </a:lnTo>
                  <a:lnTo>
                    <a:pt x="266" y="247"/>
                  </a:lnTo>
                  <a:lnTo>
                    <a:pt x="302" y="231"/>
                  </a:lnTo>
                  <a:lnTo>
                    <a:pt x="337" y="214"/>
                  </a:lnTo>
                  <a:lnTo>
                    <a:pt x="373" y="197"/>
                  </a:lnTo>
                  <a:lnTo>
                    <a:pt x="405" y="180"/>
                  </a:lnTo>
                  <a:lnTo>
                    <a:pt x="437" y="167"/>
                  </a:lnTo>
                  <a:lnTo>
                    <a:pt x="464" y="152"/>
                  </a:lnTo>
                  <a:lnTo>
                    <a:pt x="489" y="140"/>
                  </a:lnTo>
                  <a:lnTo>
                    <a:pt x="508" y="131"/>
                  </a:lnTo>
                  <a:lnTo>
                    <a:pt x="521" y="127"/>
                  </a:lnTo>
                  <a:lnTo>
                    <a:pt x="433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3425" y="1679"/>
              <a:ext cx="266" cy="123"/>
            </a:xfrm>
            <a:custGeom>
              <a:avLst/>
              <a:gdLst>
                <a:gd name="T0" fmla="*/ 9 w 852"/>
                <a:gd name="T1" fmla="*/ 81 h 449"/>
                <a:gd name="T2" fmla="*/ 11 w 852"/>
                <a:gd name="T3" fmla="*/ 80 h 449"/>
                <a:gd name="T4" fmla="*/ 16 w 852"/>
                <a:gd name="T5" fmla="*/ 78 h 449"/>
                <a:gd name="T6" fmla="*/ 24 w 852"/>
                <a:gd name="T7" fmla="*/ 75 h 449"/>
                <a:gd name="T8" fmla="*/ 37 w 852"/>
                <a:gd name="T9" fmla="*/ 71 h 449"/>
                <a:gd name="T10" fmla="*/ 51 w 852"/>
                <a:gd name="T11" fmla="*/ 65 h 449"/>
                <a:gd name="T12" fmla="*/ 67 w 852"/>
                <a:gd name="T13" fmla="*/ 61 h 449"/>
                <a:gd name="T14" fmla="*/ 85 w 852"/>
                <a:gd name="T15" fmla="*/ 54 h 449"/>
                <a:gd name="T16" fmla="*/ 105 w 852"/>
                <a:gd name="T17" fmla="*/ 48 h 449"/>
                <a:gd name="T18" fmla="*/ 124 w 852"/>
                <a:gd name="T19" fmla="*/ 41 h 449"/>
                <a:gd name="T20" fmla="*/ 144 w 852"/>
                <a:gd name="T21" fmla="*/ 35 h 449"/>
                <a:gd name="T22" fmla="*/ 163 w 852"/>
                <a:gd name="T23" fmla="*/ 28 h 449"/>
                <a:gd name="T24" fmla="*/ 183 w 852"/>
                <a:gd name="T25" fmla="*/ 21 h 449"/>
                <a:gd name="T26" fmla="*/ 200 w 852"/>
                <a:gd name="T27" fmla="*/ 16 h 449"/>
                <a:gd name="T28" fmla="*/ 217 w 852"/>
                <a:gd name="T29" fmla="*/ 9 h 449"/>
                <a:gd name="T30" fmla="*/ 232 w 852"/>
                <a:gd name="T31" fmla="*/ 5 h 449"/>
                <a:gd name="T32" fmla="*/ 245 w 852"/>
                <a:gd name="T33" fmla="*/ 0 h 449"/>
                <a:gd name="T34" fmla="*/ 266 w 852"/>
                <a:gd name="T35" fmla="*/ 24 h 449"/>
                <a:gd name="T36" fmla="*/ 263 w 852"/>
                <a:gd name="T37" fmla="*/ 25 h 449"/>
                <a:gd name="T38" fmla="*/ 257 w 852"/>
                <a:gd name="T39" fmla="*/ 28 h 449"/>
                <a:gd name="T40" fmla="*/ 247 w 852"/>
                <a:gd name="T41" fmla="*/ 31 h 449"/>
                <a:gd name="T42" fmla="*/ 234 w 852"/>
                <a:gd name="T43" fmla="*/ 36 h 449"/>
                <a:gd name="T44" fmla="*/ 217 w 852"/>
                <a:gd name="T45" fmla="*/ 42 h 449"/>
                <a:gd name="T46" fmla="*/ 200 w 852"/>
                <a:gd name="T47" fmla="*/ 50 h 449"/>
                <a:gd name="T48" fmla="*/ 180 w 852"/>
                <a:gd name="T49" fmla="*/ 57 h 449"/>
                <a:gd name="T50" fmla="*/ 160 w 852"/>
                <a:gd name="T51" fmla="*/ 65 h 449"/>
                <a:gd name="T52" fmla="*/ 137 w 852"/>
                <a:gd name="T53" fmla="*/ 73 h 449"/>
                <a:gd name="T54" fmla="*/ 115 w 852"/>
                <a:gd name="T55" fmla="*/ 82 h 449"/>
                <a:gd name="T56" fmla="*/ 92 w 852"/>
                <a:gd name="T57" fmla="*/ 90 h 449"/>
                <a:gd name="T58" fmla="*/ 71 w 852"/>
                <a:gd name="T59" fmla="*/ 98 h 449"/>
                <a:gd name="T60" fmla="*/ 50 w 852"/>
                <a:gd name="T61" fmla="*/ 106 h 449"/>
                <a:gd name="T62" fmla="*/ 31 w 852"/>
                <a:gd name="T63" fmla="*/ 113 h 449"/>
                <a:gd name="T64" fmla="*/ 14 w 852"/>
                <a:gd name="T65" fmla="*/ 118 h 449"/>
                <a:gd name="T66" fmla="*/ 0 w 852"/>
                <a:gd name="T67" fmla="*/ 123 h 449"/>
                <a:gd name="T68" fmla="*/ 9 w 852"/>
                <a:gd name="T69" fmla="*/ 81 h 449"/>
                <a:gd name="T70" fmla="*/ 9 w 852"/>
                <a:gd name="T71" fmla="*/ 81 h 44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52"/>
                <a:gd name="T109" fmla="*/ 0 h 449"/>
                <a:gd name="T110" fmla="*/ 852 w 852"/>
                <a:gd name="T111" fmla="*/ 449 h 44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52" h="449">
                  <a:moveTo>
                    <a:pt x="29" y="295"/>
                  </a:moveTo>
                  <a:lnTo>
                    <a:pt x="34" y="291"/>
                  </a:lnTo>
                  <a:lnTo>
                    <a:pt x="52" y="285"/>
                  </a:lnTo>
                  <a:lnTo>
                    <a:pt x="78" y="272"/>
                  </a:lnTo>
                  <a:lnTo>
                    <a:pt x="118" y="259"/>
                  </a:lnTo>
                  <a:lnTo>
                    <a:pt x="164" y="238"/>
                  </a:lnTo>
                  <a:lnTo>
                    <a:pt x="215" y="221"/>
                  </a:lnTo>
                  <a:lnTo>
                    <a:pt x="272" y="198"/>
                  </a:lnTo>
                  <a:lnTo>
                    <a:pt x="335" y="175"/>
                  </a:lnTo>
                  <a:lnTo>
                    <a:pt x="398" y="148"/>
                  </a:lnTo>
                  <a:lnTo>
                    <a:pt x="460" y="127"/>
                  </a:lnTo>
                  <a:lnTo>
                    <a:pt x="523" y="103"/>
                  </a:lnTo>
                  <a:lnTo>
                    <a:pt x="586" y="78"/>
                  </a:lnTo>
                  <a:lnTo>
                    <a:pt x="641" y="57"/>
                  </a:lnTo>
                  <a:lnTo>
                    <a:pt x="694" y="34"/>
                  </a:lnTo>
                  <a:lnTo>
                    <a:pt x="742" y="17"/>
                  </a:lnTo>
                  <a:lnTo>
                    <a:pt x="784" y="0"/>
                  </a:lnTo>
                  <a:lnTo>
                    <a:pt x="852" y="88"/>
                  </a:lnTo>
                  <a:lnTo>
                    <a:pt x="842" y="91"/>
                  </a:lnTo>
                  <a:lnTo>
                    <a:pt x="823" y="101"/>
                  </a:lnTo>
                  <a:lnTo>
                    <a:pt x="791" y="114"/>
                  </a:lnTo>
                  <a:lnTo>
                    <a:pt x="749" y="131"/>
                  </a:lnTo>
                  <a:lnTo>
                    <a:pt x="696" y="154"/>
                  </a:lnTo>
                  <a:lnTo>
                    <a:pt x="641" y="181"/>
                  </a:lnTo>
                  <a:lnTo>
                    <a:pt x="578" y="209"/>
                  </a:lnTo>
                  <a:lnTo>
                    <a:pt x="512" y="238"/>
                  </a:lnTo>
                  <a:lnTo>
                    <a:pt x="439" y="268"/>
                  </a:lnTo>
                  <a:lnTo>
                    <a:pt x="367" y="299"/>
                  </a:lnTo>
                  <a:lnTo>
                    <a:pt x="295" y="329"/>
                  </a:lnTo>
                  <a:lnTo>
                    <a:pt x="226" y="359"/>
                  </a:lnTo>
                  <a:lnTo>
                    <a:pt x="160" y="386"/>
                  </a:lnTo>
                  <a:lnTo>
                    <a:pt x="99" y="411"/>
                  </a:lnTo>
                  <a:lnTo>
                    <a:pt x="44" y="432"/>
                  </a:lnTo>
                  <a:lnTo>
                    <a:pt x="0" y="449"/>
                  </a:lnTo>
                  <a:lnTo>
                    <a:pt x="29" y="295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3468" y="1630"/>
              <a:ext cx="54" cy="46"/>
            </a:xfrm>
            <a:custGeom>
              <a:avLst/>
              <a:gdLst>
                <a:gd name="T0" fmla="*/ 26 w 164"/>
                <a:gd name="T1" fmla="*/ 46 h 166"/>
                <a:gd name="T2" fmla="*/ 30 w 164"/>
                <a:gd name="T3" fmla="*/ 45 h 166"/>
                <a:gd name="T4" fmla="*/ 35 w 164"/>
                <a:gd name="T5" fmla="*/ 43 h 166"/>
                <a:gd name="T6" fmla="*/ 39 w 164"/>
                <a:gd name="T7" fmla="*/ 41 h 166"/>
                <a:gd name="T8" fmla="*/ 43 w 164"/>
                <a:gd name="T9" fmla="*/ 39 h 166"/>
                <a:gd name="T10" fmla="*/ 46 w 164"/>
                <a:gd name="T11" fmla="*/ 35 h 166"/>
                <a:gd name="T12" fmla="*/ 49 w 164"/>
                <a:gd name="T13" fmla="*/ 31 h 166"/>
                <a:gd name="T14" fmla="*/ 50 w 164"/>
                <a:gd name="T15" fmla="*/ 27 h 166"/>
                <a:gd name="T16" fmla="*/ 51 w 164"/>
                <a:gd name="T17" fmla="*/ 23 h 166"/>
                <a:gd name="T18" fmla="*/ 50 w 164"/>
                <a:gd name="T19" fmla="*/ 19 h 166"/>
                <a:gd name="T20" fmla="*/ 49 w 164"/>
                <a:gd name="T21" fmla="*/ 14 h 166"/>
                <a:gd name="T22" fmla="*/ 46 w 164"/>
                <a:gd name="T23" fmla="*/ 9 h 166"/>
                <a:gd name="T24" fmla="*/ 43 w 164"/>
                <a:gd name="T25" fmla="*/ 6 h 166"/>
                <a:gd name="T26" fmla="*/ 39 w 164"/>
                <a:gd name="T27" fmla="*/ 4 h 166"/>
                <a:gd name="T28" fmla="*/ 35 w 164"/>
                <a:gd name="T29" fmla="*/ 2 h 166"/>
                <a:gd name="T30" fmla="*/ 30 w 164"/>
                <a:gd name="T31" fmla="*/ 0 h 166"/>
                <a:gd name="T32" fmla="*/ 26 w 164"/>
                <a:gd name="T33" fmla="*/ 0 h 166"/>
                <a:gd name="T34" fmla="*/ 20 w 164"/>
                <a:gd name="T35" fmla="*/ 0 h 166"/>
                <a:gd name="T36" fmla="*/ 16 w 164"/>
                <a:gd name="T37" fmla="*/ 2 h 166"/>
                <a:gd name="T38" fmla="*/ 11 w 164"/>
                <a:gd name="T39" fmla="*/ 4 h 166"/>
                <a:gd name="T40" fmla="*/ 7 w 164"/>
                <a:gd name="T41" fmla="*/ 6 h 166"/>
                <a:gd name="T42" fmla="*/ 4 w 164"/>
                <a:gd name="T43" fmla="*/ 9 h 166"/>
                <a:gd name="T44" fmla="*/ 2 w 164"/>
                <a:gd name="T45" fmla="*/ 14 h 166"/>
                <a:gd name="T46" fmla="*/ 0 w 164"/>
                <a:gd name="T47" fmla="*/ 19 h 166"/>
                <a:gd name="T48" fmla="*/ 0 w 164"/>
                <a:gd name="T49" fmla="*/ 23 h 166"/>
                <a:gd name="T50" fmla="*/ 0 w 164"/>
                <a:gd name="T51" fmla="*/ 27 h 166"/>
                <a:gd name="T52" fmla="*/ 2 w 164"/>
                <a:gd name="T53" fmla="*/ 31 h 166"/>
                <a:gd name="T54" fmla="*/ 4 w 164"/>
                <a:gd name="T55" fmla="*/ 35 h 166"/>
                <a:gd name="T56" fmla="*/ 7 w 164"/>
                <a:gd name="T57" fmla="*/ 39 h 166"/>
                <a:gd name="T58" fmla="*/ 11 w 164"/>
                <a:gd name="T59" fmla="*/ 41 h 166"/>
                <a:gd name="T60" fmla="*/ 16 w 164"/>
                <a:gd name="T61" fmla="*/ 43 h 166"/>
                <a:gd name="T62" fmla="*/ 20 w 164"/>
                <a:gd name="T63" fmla="*/ 45 h 166"/>
                <a:gd name="T64" fmla="*/ 26 w 164"/>
                <a:gd name="T65" fmla="*/ 46 h 166"/>
                <a:gd name="T66" fmla="*/ 26 w 164"/>
                <a:gd name="T67" fmla="*/ 46 h 16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4"/>
                <a:gd name="T103" fmla="*/ 0 h 166"/>
                <a:gd name="T104" fmla="*/ 164 w 164"/>
                <a:gd name="T105" fmla="*/ 166 h 16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4" h="166">
                  <a:moveTo>
                    <a:pt x="82" y="166"/>
                  </a:moveTo>
                  <a:lnTo>
                    <a:pt x="97" y="162"/>
                  </a:lnTo>
                  <a:lnTo>
                    <a:pt x="112" y="156"/>
                  </a:lnTo>
                  <a:lnTo>
                    <a:pt x="126" y="149"/>
                  </a:lnTo>
                  <a:lnTo>
                    <a:pt x="139" y="139"/>
                  </a:lnTo>
                  <a:lnTo>
                    <a:pt x="148" y="128"/>
                  </a:lnTo>
                  <a:lnTo>
                    <a:pt x="156" y="112"/>
                  </a:lnTo>
                  <a:lnTo>
                    <a:pt x="160" y="97"/>
                  </a:lnTo>
                  <a:lnTo>
                    <a:pt x="164" y="84"/>
                  </a:lnTo>
                  <a:lnTo>
                    <a:pt x="160" y="67"/>
                  </a:lnTo>
                  <a:lnTo>
                    <a:pt x="156" y="50"/>
                  </a:lnTo>
                  <a:lnTo>
                    <a:pt x="148" y="34"/>
                  </a:lnTo>
                  <a:lnTo>
                    <a:pt x="139" y="23"/>
                  </a:lnTo>
                  <a:lnTo>
                    <a:pt x="126" y="14"/>
                  </a:lnTo>
                  <a:lnTo>
                    <a:pt x="112" y="6"/>
                  </a:lnTo>
                  <a:lnTo>
                    <a:pt x="97" y="0"/>
                  </a:lnTo>
                  <a:lnTo>
                    <a:pt x="82" y="0"/>
                  </a:lnTo>
                  <a:lnTo>
                    <a:pt x="65" y="0"/>
                  </a:lnTo>
                  <a:lnTo>
                    <a:pt x="50" y="6"/>
                  </a:lnTo>
                  <a:lnTo>
                    <a:pt x="34" y="14"/>
                  </a:lnTo>
                  <a:lnTo>
                    <a:pt x="23" y="23"/>
                  </a:lnTo>
                  <a:lnTo>
                    <a:pt x="12" y="34"/>
                  </a:lnTo>
                  <a:lnTo>
                    <a:pt x="6" y="50"/>
                  </a:lnTo>
                  <a:lnTo>
                    <a:pt x="0" y="67"/>
                  </a:lnTo>
                  <a:lnTo>
                    <a:pt x="0" y="84"/>
                  </a:lnTo>
                  <a:lnTo>
                    <a:pt x="0" y="97"/>
                  </a:lnTo>
                  <a:lnTo>
                    <a:pt x="6" y="112"/>
                  </a:lnTo>
                  <a:lnTo>
                    <a:pt x="12" y="128"/>
                  </a:lnTo>
                  <a:lnTo>
                    <a:pt x="23" y="139"/>
                  </a:lnTo>
                  <a:lnTo>
                    <a:pt x="34" y="149"/>
                  </a:lnTo>
                  <a:lnTo>
                    <a:pt x="50" y="156"/>
                  </a:lnTo>
                  <a:lnTo>
                    <a:pt x="65" y="162"/>
                  </a:lnTo>
                  <a:lnTo>
                    <a:pt x="82" y="166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2056" y="1662"/>
              <a:ext cx="54" cy="48"/>
            </a:xfrm>
            <a:custGeom>
              <a:avLst/>
              <a:gdLst>
                <a:gd name="T0" fmla="*/ 28 w 175"/>
                <a:gd name="T1" fmla="*/ 48 h 177"/>
                <a:gd name="T2" fmla="*/ 32 w 175"/>
                <a:gd name="T3" fmla="*/ 47 h 177"/>
                <a:gd name="T4" fmla="*/ 38 w 175"/>
                <a:gd name="T5" fmla="*/ 46 h 177"/>
                <a:gd name="T6" fmla="*/ 42 w 175"/>
                <a:gd name="T7" fmla="*/ 43 h 177"/>
                <a:gd name="T8" fmla="*/ 47 w 175"/>
                <a:gd name="T9" fmla="*/ 41 h 177"/>
                <a:gd name="T10" fmla="*/ 50 w 175"/>
                <a:gd name="T11" fmla="*/ 37 h 177"/>
                <a:gd name="T12" fmla="*/ 53 w 175"/>
                <a:gd name="T13" fmla="*/ 33 h 177"/>
                <a:gd name="T14" fmla="*/ 54 w 175"/>
                <a:gd name="T15" fmla="*/ 28 h 177"/>
                <a:gd name="T16" fmla="*/ 55 w 175"/>
                <a:gd name="T17" fmla="*/ 24 h 177"/>
                <a:gd name="T18" fmla="*/ 54 w 175"/>
                <a:gd name="T19" fmla="*/ 19 h 177"/>
                <a:gd name="T20" fmla="*/ 53 w 175"/>
                <a:gd name="T21" fmla="*/ 15 h 177"/>
                <a:gd name="T22" fmla="*/ 50 w 175"/>
                <a:gd name="T23" fmla="*/ 10 h 177"/>
                <a:gd name="T24" fmla="*/ 47 w 175"/>
                <a:gd name="T25" fmla="*/ 7 h 177"/>
                <a:gd name="T26" fmla="*/ 42 w 175"/>
                <a:gd name="T27" fmla="*/ 3 h 177"/>
                <a:gd name="T28" fmla="*/ 38 w 175"/>
                <a:gd name="T29" fmla="*/ 2 h 177"/>
                <a:gd name="T30" fmla="*/ 32 w 175"/>
                <a:gd name="T31" fmla="*/ 0 h 177"/>
                <a:gd name="T32" fmla="*/ 28 w 175"/>
                <a:gd name="T33" fmla="*/ 0 h 177"/>
                <a:gd name="T34" fmla="*/ 22 w 175"/>
                <a:gd name="T35" fmla="*/ 0 h 177"/>
                <a:gd name="T36" fmla="*/ 16 w 175"/>
                <a:gd name="T37" fmla="*/ 2 h 177"/>
                <a:gd name="T38" fmla="*/ 12 w 175"/>
                <a:gd name="T39" fmla="*/ 3 h 177"/>
                <a:gd name="T40" fmla="*/ 8 w 175"/>
                <a:gd name="T41" fmla="*/ 7 h 177"/>
                <a:gd name="T42" fmla="*/ 4 w 175"/>
                <a:gd name="T43" fmla="*/ 10 h 177"/>
                <a:gd name="T44" fmla="*/ 2 w 175"/>
                <a:gd name="T45" fmla="*/ 15 h 177"/>
                <a:gd name="T46" fmla="*/ 0 w 175"/>
                <a:gd name="T47" fmla="*/ 19 h 177"/>
                <a:gd name="T48" fmla="*/ 0 w 175"/>
                <a:gd name="T49" fmla="*/ 24 h 177"/>
                <a:gd name="T50" fmla="*/ 0 w 175"/>
                <a:gd name="T51" fmla="*/ 28 h 177"/>
                <a:gd name="T52" fmla="*/ 2 w 175"/>
                <a:gd name="T53" fmla="*/ 33 h 177"/>
                <a:gd name="T54" fmla="*/ 4 w 175"/>
                <a:gd name="T55" fmla="*/ 37 h 177"/>
                <a:gd name="T56" fmla="*/ 8 w 175"/>
                <a:gd name="T57" fmla="*/ 41 h 177"/>
                <a:gd name="T58" fmla="*/ 12 w 175"/>
                <a:gd name="T59" fmla="*/ 43 h 177"/>
                <a:gd name="T60" fmla="*/ 16 w 175"/>
                <a:gd name="T61" fmla="*/ 46 h 177"/>
                <a:gd name="T62" fmla="*/ 22 w 175"/>
                <a:gd name="T63" fmla="*/ 47 h 177"/>
                <a:gd name="T64" fmla="*/ 28 w 175"/>
                <a:gd name="T65" fmla="*/ 48 h 177"/>
                <a:gd name="T66" fmla="*/ 28 w 175"/>
                <a:gd name="T67" fmla="*/ 48 h 17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75"/>
                <a:gd name="T103" fmla="*/ 0 h 177"/>
                <a:gd name="T104" fmla="*/ 175 w 175"/>
                <a:gd name="T105" fmla="*/ 177 h 17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75" h="177">
                  <a:moveTo>
                    <a:pt x="88" y="177"/>
                  </a:moveTo>
                  <a:lnTo>
                    <a:pt x="103" y="175"/>
                  </a:lnTo>
                  <a:lnTo>
                    <a:pt x="120" y="170"/>
                  </a:lnTo>
                  <a:lnTo>
                    <a:pt x="135" y="160"/>
                  </a:lnTo>
                  <a:lnTo>
                    <a:pt x="149" y="151"/>
                  </a:lnTo>
                  <a:lnTo>
                    <a:pt x="158" y="137"/>
                  </a:lnTo>
                  <a:lnTo>
                    <a:pt x="168" y="122"/>
                  </a:lnTo>
                  <a:lnTo>
                    <a:pt x="172" y="105"/>
                  </a:lnTo>
                  <a:lnTo>
                    <a:pt x="175" y="88"/>
                  </a:lnTo>
                  <a:lnTo>
                    <a:pt x="172" y="71"/>
                  </a:lnTo>
                  <a:lnTo>
                    <a:pt x="168" y="54"/>
                  </a:lnTo>
                  <a:lnTo>
                    <a:pt x="158" y="37"/>
                  </a:lnTo>
                  <a:lnTo>
                    <a:pt x="149" y="27"/>
                  </a:lnTo>
                  <a:lnTo>
                    <a:pt x="135" y="12"/>
                  </a:lnTo>
                  <a:lnTo>
                    <a:pt x="120" y="6"/>
                  </a:lnTo>
                  <a:lnTo>
                    <a:pt x="103" y="0"/>
                  </a:lnTo>
                  <a:lnTo>
                    <a:pt x="88" y="0"/>
                  </a:lnTo>
                  <a:lnTo>
                    <a:pt x="69" y="0"/>
                  </a:lnTo>
                  <a:lnTo>
                    <a:pt x="52" y="6"/>
                  </a:lnTo>
                  <a:lnTo>
                    <a:pt x="37" y="12"/>
                  </a:lnTo>
                  <a:lnTo>
                    <a:pt x="25" y="27"/>
                  </a:lnTo>
                  <a:lnTo>
                    <a:pt x="14" y="37"/>
                  </a:lnTo>
                  <a:lnTo>
                    <a:pt x="6" y="54"/>
                  </a:lnTo>
                  <a:lnTo>
                    <a:pt x="0" y="71"/>
                  </a:lnTo>
                  <a:lnTo>
                    <a:pt x="0" y="88"/>
                  </a:lnTo>
                  <a:lnTo>
                    <a:pt x="0" y="105"/>
                  </a:lnTo>
                  <a:lnTo>
                    <a:pt x="6" y="122"/>
                  </a:lnTo>
                  <a:lnTo>
                    <a:pt x="14" y="137"/>
                  </a:lnTo>
                  <a:lnTo>
                    <a:pt x="25" y="151"/>
                  </a:lnTo>
                  <a:lnTo>
                    <a:pt x="37" y="160"/>
                  </a:lnTo>
                  <a:lnTo>
                    <a:pt x="52" y="170"/>
                  </a:lnTo>
                  <a:lnTo>
                    <a:pt x="69" y="175"/>
                  </a:lnTo>
                  <a:lnTo>
                    <a:pt x="88" y="177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4646295" y="5205095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36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감사합니다</a:t>
            </a:r>
            <a:r>
              <a:rPr kumimoji="0" lang="en-US" altLang="ko-KR" sz="36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</a:t>
            </a:r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2100888" y="1255048"/>
            <a:ext cx="8008938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사람은 누구나 아름다운 삶을 꿈꿉니다</a:t>
            </a:r>
            <a:r>
              <a:rPr kumimoji="0" lang="en-US" altLang="ko-KR" sz="1600" dirty="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algn="ctr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그리고 또 하나의 아름다움을 그리며 삽니다</a:t>
            </a:r>
            <a:r>
              <a:rPr kumimoji="0" lang="en-US" altLang="ko-KR" sz="1600" dirty="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algn="ctr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장례발생시 내 가족같이</a:t>
            </a:r>
            <a:endParaRPr kumimoji="0" lang="en-US" altLang="ko-KR" sz="16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사랑하는 마음으로 최고 품질의 장례서비스를 제공하기 위하여</a:t>
            </a:r>
          </a:p>
          <a:p>
            <a:pPr algn="ctr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㈜</a:t>
            </a:r>
            <a:r>
              <a:rPr kumimoji="0" lang="ko-KR" altLang="en-US" sz="1600" dirty="0" err="1">
                <a:latin typeface="HY헤드라인M" pitchFamily="18" charset="-127"/>
                <a:ea typeface="HY헤드라인M" pitchFamily="18" charset="-127"/>
              </a:rPr>
              <a:t>가람퓨너럴이</a:t>
            </a:r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 함께 하겠습니다</a:t>
            </a:r>
            <a:r>
              <a:rPr kumimoji="0" lang="en-US" altLang="ko-KR" sz="1600" dirty="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83821" y="244277"/>
            <a:ext cx="249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www.garamfuneral.com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2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2912</TotalTime>
  <Words>3593</Words>
  <Application>Microsoft Office PowerPoint</Application>
  <PresentationFormat>사용자 지정</PresentationFormat>
  <Paragraphs>765</Paragraphs>
  <Slides>32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HY견고딕</vt:lpstr>
      <vt:lpstr>HY헤드라인M</vt:lpstr>
      <vt:lpstr>가는각진제목체</vt:lpstr>
      <vt:lpstr>굴림</vt:lpstr>
      <vt:lpstr>맑은 고딕</vt:lpstr>
      <vt:lpstr>Arial</vt:lpstr>
      <vt:lpstr>Calibri</vt:lpstr>
      <vt:lpstr>Calibri Light</vt:lpstr>
      <vt:lpstr>Wingdings</vt:lpstr>
      <vt:lpstr>Wingdings 2</vt:lpstr>
      <vt:lpstr>Office Theme</vt:lpstr>
      <vt:lpstr>제   안   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ING생명 경조화환 및 장례용품 공급서비스 제안서</dc:title>
  <dc:creator>user</dc:creator>
  <cp:lastModifiedBy>Chul Kim</cp:lastModifiedBy>
  <cp:revision>249</cp:revision>
  <cp:lastPrinted>2016-01-22T10:08:57Z</cp:lastPrinted>
  <dcterms:created xsi:type="dcterms:W3CDTF">2016-01-07T09:01:02Z</dcterms:created>
  <dcterms:modified xsi:type="dcterms:W3CDTF">2025-03-12T01:11:10Z</dcterms:modified>
</cp:coreProperties>
</file>