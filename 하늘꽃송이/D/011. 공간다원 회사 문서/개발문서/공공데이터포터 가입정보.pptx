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11DA19-D309-DD56-9753-8C7AB8F3D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3E6452-0CB4-E2B2-5B59-96BEA00A8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2A352E-E4B0-48A8-1CBF-57B5554D2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8F28-37F3-4C30-82E2-66E3EF444078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AB722-5071-B567-678E-8CD2990CB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E9DB4D-AA48-7ACE-37F2-2A5612E1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2ABD-ADE3-40DF-A8E7-AD17FEB303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59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0E5CC-D345-F247-BBBB-E5636DAE2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4F2385-804B-7F3A-CB23-67A5CEB71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FE0170-F30E-767C-07C8-1404C0D1D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8F28-37F3-4C30-82E2-66E3EF444078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1846FD-54B2-D79B-5B24-02D9B77EE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1BF731-4364-8852-35E4-617BD4B37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2ABD-ADE3-40DF-A8E7-AD17FEB303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26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35A3CA-0146-C3BA-2C66-6741A42A3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B1A806-297D-D139-E20F-DE5B33F08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B99223-B67B-2241-E0C7-C80F765C8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8F28-37F3-4C30-82E2-66E3EF444078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448ECA-3B02-614D-CECB-BF7021AC2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7C7951-EC8C-33E3-36B6-2462E974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2ABD-ADE3-40DF-A8E7-AD17FEB303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503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5AB672-8F8D-E383-95CA-45AB7E1F6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0BDD49-FA1A-1C1C-C591-AF72234FFF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C5539C-D76D-5013-8D61-7B93736FC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1773BB-501E-FEA5-F281-30DB719DB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8F28-37F3-4C30-82E2-66E3EF444078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2CD1EC-4FD5-B986-9B5B-FF210F722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52F2F2-4B6D-F3FB-C906-FF5399E64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2ABD-ADE3-40DF-A8E7-AD17FEB303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8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39C845-1F0B-255C-CE0A-080264A5B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7B17AE-F22D-084B-FA6A-65C2659CB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AB1EC0-3946-5A86-39CC-2ED75BFAD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69E023F-8D6C-F99E-7570-0C392589F0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6E4ABDD-F4D5-FD86-2F3D-2E1736419B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7A3CF8-74BD-A1AA-9769-ED075EF9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8F28-37F3-4C30-82E2-66E3EF444078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E463D51-0738-A7EB-B522-99B3625C1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733AB06-BC47-D8E3-1040-F3EF6869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2ABD-ADE3-40DF-A8E7-AD17FEB303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58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46A569-C117-30DC-5B15-385CBD7BE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7A58B2-69B1-1472-5290-3BCE96E6E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8F28-37F3-4C30-82E2-66E3EF444078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378560-D0AB-DA63-2D17-358276C5F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C45FC8-36D7-25CA-6C8D-B93542B8A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2ABD-ADE3-40DF-A8E7-AD17FEB303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09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447915-07AC-2FBF-43CC-2D1FC9CCA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8F28-37F3-4C30-82E2-66E3EF444078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77DE2D-3B5B-4FD7-F2A9-888CE0A3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B53B6E-CE2F-EDFF-49BB-608E2EDA8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2ABD-ADE3-40DF-A8E7-AD17FEB303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04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545FF1-71D9-112D-40ED-01D4326C5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A51005-6BBA-9BFC-5612-3EFFCDC0D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BD2F3A-3CC3-D8A0-4E19-F83A02FC8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382CE2-2C9B-7C1D-4E5B-F7B7E7856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8F28-37F3-4C30-82E2-66E3EF444078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BD2F27-E3E5-11DA-930B-94585324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C336F1-E417-600D-AE22-D115137E8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2ABD-ADE3-40DF-A8E7-AD17FEB303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294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67B1D-0146-0AA4-276E-D0DD9F11B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7006EC-1047-5CC0-F003-9506FEA770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97A0B8-2935-8C96-07C3-E993E8458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36183E-48CA-D2FB-7AE8-C5494F455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8F28-37F3-4C30-82E2-66E3EF444078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A0201F-9205-6283-AA80-5DE26E8E3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CEAEBA-4E53-9030-98EC-D515AE7E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2ABD-ADE3-40DF-A8E7-AD17FEB303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598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303DC-D4C9-37FA-7F44-51B239A76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4DC93F-24AA-ADD9-BF90-1D17F1BEB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BE5690-938C-17BB-B708-98F7A9C55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8F28-37F3-4C30-82E2-66E3EF444078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6455E6-5032-FC94-0B95-B11C23245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112E32-6070-2781-3B06-49C586C3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2ABD-ADE3-40DF-A8E7-AD17FEB303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583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ED06AC-ED47-6503-80E9-FCF7E6E45F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EA6F24-0201-3DEE-3955-C805F5E64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13573-E5A7-AC16-D6B0-5E023AC8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8F28-37F3-4C30-82E2-66E3EF444078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36F274-EBA9-6F40-813F-2358179F8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60A8B0-EBB5-4E88-ABE7-DFFD017DC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22ABD-ADE3-40DF-A8E7-AD17FEB303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614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A7A47C7-C249-E0FC-DC88-797DFB599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1B5EED-8BF7-F0F1-1F60-E049B0356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9513C9-89E2-85BC-FE5B-E019D13EFE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E8F28-37F3-4C30-82E2-66E3EF444078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607B60-A785-8213-DA01-026640882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7718B0-4607-3E97-B955-66D861A10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22ABD-ADE3-40DF-A8E7-AD17FEB303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402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nfuser.odcloud.kr/api/stages/28493/api-docs?1728017570963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26CD11A-018C-FBC7-B8D8-3D67D03CA655}"/>
              </a:ext>
            </a:extLst>
          </p:cNvPr>
          <p:cNvSpPr/>
          <p:nvPr/>
        </p:nvSpPr>
        <p:spPr>
          <a:xfrm>
            <a:off x="6956611" y="1532965"/>
            <a:ext cx="3514165" cy="10578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비밀번호</a:t>
            </a:r>
            <a:endParaRPr lang="en-US" altLang="ko-KR" dirty="0"/>
          </a:p>
          <a:p>
            <a:pPr algn="ctr"/>
            <a:r>
              <a:rPr lang="en-US" altLang="ko-KR" dirty="0"/>
              <a:t>DooSan1403@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54C71EA-2704-C97D-7C8E-8347A12E0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628" y="206188"/>
            <a:ext cx="5094225" cy="560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011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456EC-3525-5E23-C70C-1456D16C2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F469EC-CC24-F6C3-039F-D7A382F84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34" y="507449"/>
            <a:ext cx="7333996" cy="584310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DE24736-AC54-9E99-3838-CBC75814C3AF}"/>
              </a:ext>
            </a:extLst>
          </p:cNvPr>
          <p:cNvSpPr/>
          <p:nvPr/>
        </p:nvSpPr>
        <p:spPr>
          <a:xfrm>
            <a:off x="1810871" y="2900082"/>
            <a:ext cx="9439835" cy="10578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1"/>
                </a:solidFill>
              </a:rPr>
              <a:t>Base URL : api.odcloud.kr/</a:t>
            </a:r>
            <a:r>
              <a:rPr lang="en-US" altLang="ko-KR" sz="1200" dirty="0" err="1">
                <a:solidFill>
                  <a:schemeClr val="bg1"/>
                </a:solidFill>
              </a:rPr>
              <a:t>api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b="1" dirty="0">
                <a:solidFill>
                  <a:schemeClr val="bg1"/>
                </a:solidFill>
              </a:rPr>
              <a:t>Swagger URL : </a:t>
            </a:r>
            <a:r>
              <a:rPr lang="en-US" altLang="ko-KR" sz="12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https://infuser.odcloud.kr/api/stages/28493/api-docs?1728017570963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b="1" dirty="0">
                <a:solidFill>
                  <a:schemeClr val="bg1"/>
                </a:solidFill>
              </a:rPr>
              <a:t>일반 인증키</a:t>
            </a:r>
            <a:r>
              <a:rPr lang="en-US" altLang="ko-KR" sz="1200" b="1" dirty="0">
                <a:solidFill>
                  <a:schemeClr val="bg1"/>
                </a:solidFill>
              </a:rPr>
              <a:t>: </a:t>
            </a:r>
            <a:r>
              <a:rPr lang="en-US" altLang="ko-KR" sz="1200" dirty="0">
                <a:solidFill>
                  <a:schemeClr val="bg1"/>
                </a:solidFill>
              </a:rPr>
              <a:t>4bc099ed23ab9e5fce2983bb1af917c1a22cf9d8321f4993cacf500bcfe0359a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666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37</Words>
  <Application>Microsoft Office PowerPoint</Application>
  <PresentationFormat>와이드스크린</PresentationFormat>
  <Paragraphs>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5682</dc:creator>
  <cp:lastModifiedBy>5682</cp:lastModifiedBy>
  <cp:revision>7</cp:revision>
  <dcterms:created xsi:type="dcterms:W3CDTF">2026-01-07T03:03:08Z</dcterms:created>
  <dcterms:modified xsi:type="dcterms:W3CDTF">2026-01-07T04:09:38Z</dcterms:modified>
</cp:coreProperties>
</file>