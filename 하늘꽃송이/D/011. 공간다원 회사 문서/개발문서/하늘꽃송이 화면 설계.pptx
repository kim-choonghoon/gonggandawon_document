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A69D1A-81D2-BA6A-7FCF-3B75E2D57D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97DF85-58A7-1202-A3A7-6E4615D76B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8EF867-651C-0B8F-38C1-E04E8C0FD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DD841-CFF2-4832-AA9F-CAE1031991DA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E50F5C5-DB71-27BF-B843-CDD6DE8AF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B29607-7427-81C4-5A09-2361F4470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E66F6-49A6-424A-A720-F415CA4EFE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209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921B8E-F47E-F1ED-CA67-475ED383E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95255B-FC6F-3342-A096-EEC7D650CD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6E7072-7A77-6DFE-8542-111FCC00B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DD841-CFF2-4832-AA9F-CAE1031991DA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3A6C2A-A146-A620-4FD1-3F9B2CF06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026C6D-B43E-7031-6CFA-3200212BF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E66F6-49A6-424A-A720-F415CA4EFE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1734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CB0C96-DAF3-6A08-42C5-C9A55FAAE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36EC75-CA62-CE81-45AD-0E27693DE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13E8A0-437E-85CA-5B82-C8CA747BF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DD841-CFF2-4832-AA9F-CAE1031991DA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00D5B1-6E6D-7A26-7F85-7A29CC0AF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C2A176-A869-08EB-7D18-30D344400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E66F6-49A6-424A-A720-F415CA4EFE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634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A2DFA5-E666-34C5-3843-AA2869728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F54518-B5B7-6071-2400-AA909DC894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97E0EB3-EA1E-6A16-8CFE-B645BABC2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DE95756-B20A-2E8C-82F1-ABDAE9904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DD841-CFF2-4832-AA9F-CAE1031991DA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B2523B-7C56-8831-ACEF-476500B84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F1F651-B1D2-BD1A-3511-7DACB20DA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E66F6-49A6-424A-A720-F415CA4EFE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513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F17D74-56B5-3AA9-7844-921EF5CF5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76E8C1-B847-F72B-823A-4E9CD0CC30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3C0283-44F7-1418-39E8-51F4F45F45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BD5ABE0-1F28-DB72-C9C5-CBEF4BF590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2374B36-6C9B-00FB-BE33-1D44986839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DA57FCE-2D5C-A234-D7AD-10B278120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DD841-CFF2-4832-AA9F-CAE1031991DA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3B7BCED-8564-0FCC-F9A8-AD01C5635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57E6159-8113-A474-B1E9-05D720A45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E66F6-49A6-424A-A720-F415CA4EFE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238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C2EE8C-F3E3-A470-0443-FA11C1761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943454-289A-F7B3-0684-BD8093EB6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DD841-CFF2-4832-AA9F-CAE1031991DA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14D16C-8180-CB14-F0EC-C9CF76BF3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071EECE-D0EC-FB92-A00A-D0DEE4A89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E66F6-49A6-424A-A720-F415CA4EFE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404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AC31529-9FC4-0C70-74CD-4D179BC1D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DD841-CFF2-4832-AA9F-CAE1031991DA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30731EA-153F-FF62-E5DB-0F5324D1D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BE2645-2E0A-392E-BB0B-8A6D5AFAA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E66F6-49A6-424A-A720-F415CA4EFE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6878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843024-ECE0-2744-CC10-19FD53247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A9B55D-EABC-209F-5479-5A21D051D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BBD6F8-680B-B73E-175A-481553155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177AA9-7277-493D-B94E-912D973AE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DD841-CFF2-4832-AA9F-CAE1031991DA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5102349-BFE2-32F7-704B-4F5DA27A4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A742007-FCA4-9402-B420-33D807541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E66F6-49A6-424A-A720-F415CA4EFE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5700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655F14-09C8-9D9C-F9DF-3982D0333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4139F93-5B0F-C464-5694-9BA1CF4D21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B34B4E7-3C30-5F2B-F51B-247350171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AFF12A7-C3EE-AB23-0A53-B36C5B1D9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DD841-CFF2-4832-AA9F-CAE1031991DA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88093B3-87C7-C2BA-42D3-051E638F1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0307B0-71B5-3DDA-A768-47DE91597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E66F6-49A6-424A-A720-F415CA4EFE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976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6879AD-149D-D68E-A1FC-72593BDD5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67478AF-4A41-82E5-BACF-D4E849654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A80365-9E65-879C-8CAF-550EFB493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DD841-CFF2-4832-AA9F-CAE1031991DA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96F3E4-28E8-C15C-B956-C4913EF30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6D15E0-7F85-7F13-77D5-6E76FDC9B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E66F6-49A6-424A-A720-F415CA4EFE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841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D725E50-9A5F-52EE-BE9D-A6C87D96A2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2CE407A-EEE6-1C31-F59F-B96910AA1D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5E4159-CF8A-5841-AA17-44E446636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DD841-CFF2-4832-AA9F-CAE1031991DA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F01E0D-C721-87B7-F294-9335D9D5B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C7CD3A-18B1-765D-2670-5D56BAE7B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1E66F6-49A6-424A-A720-F415CA4EFE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5555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322D3E9-C0BB-250C-85EE-E47A05342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5F521B-6A01-3F4E-90EC-1D56A2FDD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4B451E-BBFC-E771-5025-CC54C1CE3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4DD841-CFF2-4832-AA9F-CAE1031991DA}" type="datetimeFigureOut">
              <a:rPr lang="ko-KR" altLang="en-US" smtClean="0"/>
              <a:t>2025-12-12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9B2983-DA04-29FE-C5C7-121484003D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78FF8E-B940-8641-B7B3-B5D203AA7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1E66F6-49A6-424A-A720-F415CA4EFE5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48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hyperlink" Target="mailto:chunggiwa@gmail.com" TargetMode="Externa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E03C38C-D2FB-404D-F6C3-58F86216D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60" y="65057"/>
            <a:ext cx="1219370" cy="4286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062E783-2270-5914-E021-0454B84CA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480" y="131741"/>
            <a:ext cx="2743583" cy="295316"/>
          </a:xfrm>
          <a:prstGeom prst="rect">
            <a:avLst/>
          </a:prstGeom>
        </p:spPr>
      </p:pic>
      <p:pic>
        <p:nvPicPr>
          <p:cNvPr id="13" name="그림 12" descr="하늘, 야외, 코스모스, 꽃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90DCF9D-3173-C193-7400-62B613D26F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9680"/>
            <a:ext cx="12192000" cy="625832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74BCED56-5ED4-6CF9-3206-3B63483E3B9F}"/>
              </a:ext>
            </a:extLst>
          </p:cNvPr>
          <p:cNvSpPr/>
          <p:nvPr/>
        </p:nvSpPr>
        <p:spPr>
          <a:xfrm>
            <a:off x="5911271" y="911660"/>
            <a:ext cx="6391563" cy="3842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tx1"/>
                </a:solidFill>
              </a:rPr>
              <a:t>비교하고 선택하는 합리적인 장례</a:t>
            </a:r>
            <a:r>
              <a:rPr lang="en-US" altLang="ko-KR" b="1" dirty="0">
                <a:solidFill>
                  <a:schemeClr val="tx1"/>
                </a:solidFill>
              </a:rPr>
              <a:t>, </a:t>
            </a:r>
            <a:r>
              <a:rPr lang="ko-KR" altLang="en-US" b="1" dirty="0">
                <a:solidFill>
                  <a:schemeClr val="tx1"/>
                </a:solidFill>
              </a:rPr>
              <a:t>더 든든하게 함께 합니다</a:t>
            </a:r>
            <a:r>
              <a:rPr lang="en-US" altLang="ko-KR" b="1" dirty="0">
                <a:solidFill>
                  <a:schemeClr val="tx1"/>
                </a:solidFill>
              </a:rPr>
              <a:t>.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16" name="그림 15" descr="텍스트, 폰트, 오렌지, 노랑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4500E3-F7F3-9844-3B9E-5CEC4AA989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4335" y="1338054"/>
            <a:ext cx="1976830" cy="463038"/>
          </a:xfrm>
          <a:prstGeom prst="rect">
            <a:avLst/>
          </a:prstGeom>
        </p:spPr>
      </p:pic>
      <p:pic>
        <p:nvPicPr>
          <p:cNvPr id="18" name="그림 17" descr="텍스트, 스크린샷, 폰트, 번호이(가) 표시된 사진">
            <a:extLst>
              <a:ext uri="{FF2B5EF4-FFF2-40B4-BE49-F238E27FC236}">
                <a16:creationId xmlns:a16="http://schemas.microsoft.com/office/drawing/2014/main" id="{0E32B890-A1CE-82EE-3724-B7DECAB6D42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1224" y="2074385"/>
            <a:ext cx="3708685" cy="4614150"/>
          </a:xfrm>
          <a:prstGeom prst="rect">
            <a:avLst/>
          </a:prstGeom>
        </p:spPr>
      </p:pic>
      <p:pic>
        <p:nvPicPr>
          <p:cNvPr id="20" name="그림 19" descr="로고, 상징, 엠블럼, 폰트이(가) 표시된 사진">
            <a:extLst>
              <a:ext uri="{FF2B5EF4-FFF2-40B4-BE49-F238E27FC236}">
                <a16:creationId xmlns:a16="http://schemas.microsoft.com/office/drawing/2014/main" id="{B2A747A9-D195-DF20-2919-110301CDE4F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24" y="40331"/>
            <a:ext cx="1542558" cy="51316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D66665B6-6A48-F644-D12B-1DC6FEB7C08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0103" y="131741"/>
            <a:ext cx="1771897" cy="390580"/>
          </a:xfrm>
          <a:prstGeom prst="rect">
            <a:avLst/>
          </a:prstGeom>
        </p:spPr>
      </p:pic>
      <p:pic>
        <p:nvPicPr>
          <p:cNvPr id="23" name="그림 22" descr="텍스트, 스크린샷, 폰트, 번호이(가) 표시된 사진">
            <a:extLst>
              <a:ext uri="{FF2B5EF4-FFF2-40B4-BE49-F238E27FC236}">
                <a16:creationId xmlns:a16="http://schemas.microsoft.com/office/drawing/2014/main" id="{108D532C-272A-6BDF-1457-90404297CEE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8315" y="2074385"/>
            <a:ext cx="6748958" cy="461415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DB21303C-CA21-E38F-A272-BB6A5D166B35}"/>
              </a:ext>
            </a:extLst>
          </p:cNvPr>
          <p:cNvSpPr/>
          <p:nvPr/>
        </p:nvSpPr>
        <p:spPr>
          <a:xfrm>
            <a:off x="5258315" y="2120565"/>
            <a:ext cx="4846019" cy="3842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 err="1">
                <a:solidFill>
                  <a:schemeClr val="tx1"/>
                </a:solidFill>
              </a:rPr>
              <a:t>고객감동후기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4394DF6-A46A-5AE2-A435-E270E2B73512}"/>
              </a:ext>
            </a:extLst>
          </p:cNvPr>
          <p:cNvSpPr/>
          <p:nvPr/>
        </p:nvSpPr>
        <p:spPr>
          <a:xfrm>
            <a:off x="5355297" y="2693279"/>
            <a:ext cx="6347176" cy="39952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50" b="1" dirty="0">
                <a:solidFill>
                  <a:schemeClr val="tx1"/>
                </a:solidFill>
              </a:rPr>
              <a:t>지역  부산광역시   홍길동    신속한 비교 견적 </a:t>
            </a:r>
            <a:r>
              <a:rPr lang="ko-KR" altLang="en-US" sz="1050" b="1" dirty="0" err="1">
                <a:solidFill>
                  <a:schemeClr val="tx1"/>
                </a:solidFill>
              </a:rPr>
              <a:t>친철한</a:t>
            </a:r>
            <a:r>
              <a:rPr lang="ko-KR" altLang="en-US" sz="1050" b="1" dirty="0">
                <a:solidFill>
                  <a:schemeClr val="tx1"/>
                </a:solidFill>
              </a:rPr>
              <a:t> 서비스에 감사</a:t>
            </a:r>
            <a:endParaRPr lang="en-US" altLang="ko-KR" sz="1050" b="1" dirty="0">
              <a:solidFill>
                <a:schemeClr val="tx1"/>
              </a:solidFill>
            </a:endParaRPr>
          </a:p>
          <a:p>
            <a:r>
              <a:rPr lang="ko-KR" altLang="en-US" sz="1050" b="1" dirty="0">
                <a:solidFill>
                  <a:schemeClr val="tx1"/>
                </a:solidFill>
              </a:rPr>
              <a:t>지역  부산광역시   홍길동    신속한 비교 견적 </a:t>
            </a:r>
            <a:r>
              <a:rPr lang="ko-KR" altLang="en-US" sz="1050" b="1" dirty="0" err="1">
                <a:solidFill>
                  <a:schemeClr val="tx1"/>
                </a:solidFill>
              </a:rPr>
              <a:t>친철한</a:t>
            </a:r>
            <a:r>
              <a:rPr lang="ko-KR" altLang="en-US" sz="1050" b="1" dirty="0">
                <a:solidFill>
                  <a:schemeClr val="tx1"/>
                </a:solidFill>
              </a:rPr>
              <a:t> 서비스에 감사</a:t>
            </a:r>
          </a:p>
          <a:p>
            <a:r>
              <a:rPr lang="ko-KR" altLang="en-US" sz="1050" b="1" dirty="0">
                <a:solidFill>
                  <a:schemeClr val="tx1"/>
                </a:solidFill>
              </a:rPr>
              <a:t>지역  부산광역시   홍길동    신속한 비교 견적 </a:t>
            </a:r>
            <a:r>
              <a:rPr lang="ko-KR" altLang="en-US" sz="1050" b="1" dirty="0" err="1">
                <a:solidFill>
                  <a:schemeClr val="tx1"/>
                </a:solidFill>
              </a:rPr>
              <a:t>친철한</a:t>
            </a:r>
            <a:r>
              <a:rPr lang="ko-KR" altLang="en-US" sz="1050" b="1" dirty="0">
                <a:solidFill>
                  <a:schemeClr val="tx1"/>
                </a:solidFill>
              </a:rPr>
              <a:t> 서비스에 감사</a:t>
            </a:r>
          </a:p>
          <a:p>
            <a:r>
              <a:rPr lang="ko-KR" altLang="en-US" sz="1050" b="1" dirty="0">
                <a:solidFill>
                  <a:schemeClr val="tx1"/>
                </a:solidFill>
              </a:rPr>
              <a:t>지역  부산광역시   홍길동    신속한 비교 견적 </a:t>
            </a:r>
            <a:r>
              <a:rPr lang="ko-KR" altLang="en-US" sz="1050" b="1" dirty="0" err="1">
                <a:solidFill>
                  <a:schemeClr val="tx1"/>
                </a:solidFill>
              </a:rPr>
              <a:t>친철한</a:t>
            </a:r>
            <a:r>
              <a:rPr lang="ko-KR" altLang="en-US" sz="1050" b="1" dirty="0">
                <a:solidFill>
                  <a:schemeClr val="tx1"/>
                </a:solidFill>
              </a:rPr>
              <a:t> 서비스에 감사</a:t>
            </a:r>
          </a:p>
          <a:p>
            <a:r>
              <a:rPr lang="ko-KR" altLang="en-US" sz="1050" b="1" dirty="0">
                <a:solidFill>
                  <a:schemeClr val="tx1"/>
                </a:solidFill>
              </a:rPr>
              <a:t>지역  부산광역시   홍길동    신속한 비교 견적 </a:t>
            </a:r>
            <a:r>
              <a:rPr lang="ko-KR" altLang="en-US" sz="1050" b="1" dirty="0" err="1">
                <a:solidFill>
                  <a:schemeClr val="tx1"/>
                </a:solidFill>
              </a:rPr>
              <a:t>친철한</a:t>
            </a:r>
            <a:r>
              <a:rPr lang="ko-KR" altLang="en-US" sz="1050" b="1" dirty="0">
                <a:solidFill>
                  <a:schemeClr val="tx1"/>
                </a:solidFill>
              </a:rPr>
              <a:t> 서비스에 감사</a:t>
            </a:r>
          </a:p>
          <a:p>
            <a:r>
              <a:rPr lang="ko-KR" altLang="en-US" sz="1050" b="1" dirty="0">
                <a:solidFill>
                  <a:schemeClr val="tx1"/>
                </a:solidFill>
              </a:rPr>
              <a:t>지역  부산광역시   홍길동    신속한 비교 견적 </a:t>
            </a:r>
            <a:r>
              <a:rPr lang="ko-KR" altLang="en-US" sz="1050" b="1" dirty="0" err="1">
                <a:solidFill>
                  <a:schemeClr val="tx1"/>
                </a:solidFill>
              </a:rPr>
              <a:t>친철한</a:t>
            </a:r>
            <a:r>
              <a:rPr lang="ko-KR" altLang="en-US" sz="1050" b="1" dirty="0">
                <a:solidFill>
                  <a:schemeClr val="tx1"/>
                </a:solidFill>
              </a:rPr>
              <a:t> 서비스에 감사</a:t>
            </a:r>
          </a:p>
          <a:p>
            <a:r>
              <a:rPr lang="ko-KR" altLang="en-US" sz="1050" b="1" dirty="0">
                <a:solidFill>
                  <a:schemeClr val="tx1"/>
                </a:solidFill>
              </a:rPr>
              <a:t>지역  부산광역시   홍길동    신속한 비교 견적 </a:t>
            </a:r>
            <a:r>
              <a:rPr lang="ko-KR" altLang="en-US" sz="1050" b="1" dirty="0" err="1">
                <a:solidFill>
                  <a:schemeClr val="tx1"/>
                </a:solidFill>
              </a:rPr>
              <a:t>친철한</a:t>
            </a:r>
            <a:r>
              <a:rPr lang="ko-KR" altLang="en-US" sz="1050" b="1" dirty="0">
                <a:solidFill>
                  <a:schemeClr val="tx1"/>
                </a:solidFill>
              </a:rPr>
              <a:t> 서비스에 감사</a:t>
            </a:r>
          </a:p>
          <a:p>
            <a:r>
              <a:rPr lang="ko-KR" altLang="en-US" sz="1050" b="1" dirty="0">
                <a:solidFill>
                  <a:schemeClr val="tx1"/>
                </a:solidFill>
              </a:rPr>
              <a:t>지역  부산광역시   홍길동    신속한 비교 견적 </a:t>
            </a:r>
            <a:r>
              <a:rPr lang="ko-KR" altLang="en-US" sz="1050" b="1" dirty="0" err="1">
                <a:solidFill>
                  <a:schemeClr val="tx1"/>
                </a:solidFill>
              </a:rPr>
              <a:t>친철한</a:t>
            </a:r>
            <a:r>
              <a:rPr lang="ko-KR" altLang="en-US" sz="1050" b="1" dirty="0">
                <a:solidFill>
                  <a:schemeClr val="tx1"/>
                </a:solidFill>
              </a:rPr>
              <a:t> 서비스에 감사</a:t>
            </a:r>
          </a:p>
          <a:p>
            <a:r>
              <a:rPr lang="ko-KR" altLang="en-US" sz="1050" b="1" dirty="0">
                <a:solidFill>
                  <a:schemeClr val="tx1"/>
                </a:solidFill>
              </a:rPr>
              <a:t>지역  부산광역시   홍길동    신속한 비교 견적 </a:t>
            </a:r>
            <a:r>
              <a:rPr lang="ko-KR" altLang="en-US" sz="1050" b="1" dirty="0" err="1">
                <a:solidFill>
                  <a:schemeClr val="tx1"/>
                </a:solidFill>
              </a:rPr>
              <a:t>친철한</a:t>
            </a:r>
            <a:r>
              <a:rPr lang="ko-KR" altLang="en-US" sz="1050" b="1" dirty="0">
                <a:solidFill>
                  <a:schemeClr val="tx1"/>
                </a:solidFill>
              </a:rPr>
              <a:t> 서비스에 감사</a:t>
            </a:r>
          </a:p>
          <a:p>
            <a:r>
              <a:rPr lang="ko-KR" altLang="en-US" sz="1050" b="1" dirty="0">
                <a:solidFill>
                  <a:schemeClr val="tx1"/>
                </a:solidFill>
              </a:rPr>
              <a:t>지역  부산광역시   홍길동    신속한 비교 견적 </a:t>
            </a:r>
            <a:r>
              <a:rPr lang="ko-KR" altLang="en-US" sz="1050" b="1" dirty="0" err="1">
                <a:solidFill>
                  <a:schemeClr val="tx1"/>
                </a:solidFill>
              </a:rPr>
              <a:t>친철한</a:t>
            </a:r>
            <a:r>
              <a:rPr lang="ko-KR" altLang="en-US" sz="1050" b="1" dirty="0">
                <a:solidFill>
                  <a:schemeClr val="tx1"/>
                </a:solidFill>
              </a:rPr>
              <a:t> 서비스에 감사</a:t>
            </a:r>
          </a:p>
          <a:p>
            <a:r>
              <a:rPr lang="ko-KR" altLang="en-US" sz="1050" b="1" dirty="0">
                <a:solidFill>
                  <a:schemeClr val="tx1"/>
                </a:solidFill>
              </a:rPr>
              <a:t>지역  부산광역시   홍길동    신속한 비교 견적 </a:t>
            </a:r>
            <a:r>
              <a:rPr lang="ko-KR" altLang="en-US" sz="1050" b="1" dirty="0" err="1">
                <a:solidFill>
                  <a:schemeClr val="tx1"/>
                </a:solidFill>
              </a:rPr>
              <a:t>친철한</a:t>
            </a:r>
            <a:r>
              <a:rPr lang="ko-KR" altLang="en-US" sz="1050" b="1" dirty="0">
                <a:solidFill>
                  <a:schemeClr val="tx1"/>
                </a:solidFill>
              </a:rPr>
              <a:t> 서비스에 감사</a:t>
            </a:r>
          </a:p>
          <a:p>
            <a:r>
              <a:rPr lang="ko-KR" altLang="en-US" sz="1050" b="1" dirty="0">
                <a:solidFill>
                  <a:schemeClr val="tx1"/>
                </a:solidFill>
              </a:rPr>
              <a:t>지역  부산광역시   홍길동    신속한 비교 견적 </a:t>
            </a:r>
            <a:r>
              <a:rPr lang="ko-KR" altLang="en-US" sz="1050" b="1" dirty="0" err="1">
                <a:solidFill>
                  <a:schemeClr val="tx1"/>
                </a:solidFill>
              </a:rPr>
              <a:t>친철한</a:t>
            </a:r>
            <a:r>
              <a:rPr lang="ko-KR" altLang="en-US" sz="1050" b="1" dirty="0">
                <a:solidFill>
                  <a:schemeClr val="tx1"/>
                </a:solidFill>
              </a:rPr>
              <a:t> 서비스에 감사</a:t>
            </a:r>
          </a:p>
          <a:p>
            <a:r>
              <a:rPr lang="ko-KR" altLang="en-US" sz="1050" b="1" dirty="0">
                <a:solidFill>
                  <a:schemeClr val="tx1"/>
                </a:solidFill>
              </a:rPr>
              <a:t>지역  부산광역시   홍길동    신속한 비교 견적 </a:t>
            </a:r>
            <a:r>
              <a:rPr lang="ko-KR" altLang="en-US" sz="1050" b="1" dirty="0" err="1">
                <a:solidFill>
                  <a:schemeClr val="tx1"/>
                </a:solidFill>
              </a:rPr>
              <a:t>친철한</a:t>
            </a:r>
            <a:r>
              <a:rPr lang="ko-KR" altLang="en-US" sz="1050" b="1" dirty="0">
                <a:solidFill>
                  <a:schemeClr val="tx1"/>
                </a:solidFill>
              </a:rPr>
              <a:t> 서비스에 감사</a:t>
            </a:r>
          </a:p>
          <a:p>
            <a:r>
              <a:rPr lang="ko-KR" altLang="en-US" sz="1050" b="1" dirty="0">
                <a:solidFill>
                  <a:schemeClr val="tx1"/>
                </a:solidFill>
              </a:rPr>
              <a:t>지역  부산광역시   홍길동    신속한 비교 견적 </a:t>
            </a:r>
            <a:r>
              <a:rPr lang="ko-KR" altLang="en-US" sz="1050" b="1" dirty="0" err="1">
                <a:solidFill>
                  <a:schemeClr val="tx1"/>
                </a:solidFill>
              </a:rPr>
              <a:t>친철한</a:t>
            </a:r>
            <a:r>
              <a:rPr lang="ko-KR" altLang="en-US" sz="1050" b="1" dirty="0">
                <a:solidFill>
                  <a:schemeClr val="tx1"/>
                </a:solidFill>
              </a:rPr>
              <a:t> 서비스에 감사</a:t>
            </a:r>
          </a:p>
          <a:p>
            <a:r>
              <a:rPr lang="ko-KR" altLang="en-US" sz="1050" b="1" dirty="0">
                <a:solidFill>
                  <a:schemeClr val="tx1"/>
                </a:solidFill>
              </a:rPr>
              <a:t>지역  부산광역시   홍길동    신속한 비교 견적 </a:t>
            </a:r>
            <a:r>
              <a:rPr lang="ko-KR" altLang="en-US" sz="1050" b="1" dirty="0" err="1">
                <a:solidFill>
                  <a:schemeClr val="tx1"/>
                </a:solidFill>
              </a:rPr>
              <a:t>친철한</a:t>
            </a:r>
            <a:r>
              <a:rPr lang="ko-KR" altLang="en-US" sz="1050" b="1" dirty="0">
                <a:solidFill>
                  <a:schemeClr val="tx1"/>
                </a:solidFill>
              </a:rPr>
              <a:t> 서비스에 감사</a:t>
            </a:r>
          </a:p>
          <a:p>
            <a:r>
              <a:rPr lang="ko-KR" altLang="en-US" sz="1050" b="1" dirty="0">
                <a:solidFill>
                  <a:schemeClr val="tx1"/>
                </a:solidFill>
              </a:rPr>
              <a:t>지역  부산광역시   홍길동    신속한 비교 견적 </a:t>
            </a:r>
            <a:r>
              <a:rPr lang="ko-KR" altLang="en-US" sz="1050" b="1" dirty="0" err="1">
                <a:solidFill>
                  <a:schemeClr val="tx1"/>
                </a:solidFill>
              </a:rPr>
              <a:t>친철한</a:t>
            </a:r>
            <a:r>
              <a:rPr lang="ko-KR" altLang="en-US" sz="1050" b="1" dirty="0">
                <a:solidFill>
                  <a:schemeClr val="tx1"/>
                </a:solidFill>
              </a:rPr>
              <a:t> 서비스에 감사</a:t>
            </a:r>
          </a:p>
          <a:p>
            <a:r>
              <a:rPr lang="ko-KR" altLang="en-US" sz="1050" b="1" dirty="0">
                <a:solidFill>
                  <a:schemeClr val="tx1"/>
                </a:solidFill>
              </a:rPr>
              <a:t>지역  부산광역시   홍길동    신속한 비교 견적 </a:t>
            </a:r>
            <a:r>
              <a:rPr lang="ko-KR" altLang="en-US" sz="1050" b="1" dirty="0" err="1">
                <a:solidFill>
                  <a:schemeClr val="tx1"/>
                </a:solidFill>
              </a:rPr>
              <a:t>친철한</a:t>
            </a:r>
            <a:r>
              <a:rPr lang="ko-KR" altLang="en-US" sz="1050" b="1" dirty="0">
                <a:solidFill>
                  <a:schemeClr val="tx1"/>
                </a:solidFill>
              </a:rPr>
              <a:t> 서비스에 감사</a:t>
            </a:r>
          </a:p>
          <a:p>
            <a:r>
              <a:rPr lang="ko-KR" altLang="en-US" sz="1050" b="1" dirty="0">
                <a:solidFill>
                  <a:schemeClr val="tx1"/>
                </a:solidFill>
              </a:rPr>
              <a:t>지역  부산광역시   홍길동    신속한 비교 견적 </a:t>
            </a:r>
            <a:r>
              <a:rPr lang="ko-KR" altLang="en-US" sz="1050" b="1" dirty="0" err="1">
                <a:solidFill>
                  <a:schemeClr val="tx1"/>
                </a:solidFill>
              </a:rPr>
              <a:t>친철한</a:t>
            </a:r>
            <a:r>
              <a:rPr lang="ko-KR" altLang="en-US" sz="1050" b="1" dirty="0">
                <a:solidFill>
                  <a:schemeClr val="tx1"/>
                </a:solidFill>
              </a:rPr>
              <a:t> 서비스에 감사</a:t>
            </a:r>
          </a:p>
          <a:p>
            <a:r>
              <a:rPr lang="ko-KR" altLang="en-US" sz="1050" b="1" dirty="0">
                <a:solidFill>
                  <a:schemeClr val="tx1"/>
                </a:solidFill>
              </a:rPr>
              <a:t>지역  부산광역시   홍길동    신속한 비교 견적 </a:t>
            </a:r>
            <a:r>
              <a:rPr lang="ko-KR" altLang="en-US" sz="1050" b="1" dirty="0" err="1">
                <a:solidFill>
                  <a:schemeClr val="tx1"/>
                </a:solidFill>
              </a:rPr>
              <a:t>친철한</a:t>
            </a:r>
            <a:r>
              <a:rPr lang="ko-KR" altLang="en-US" sz="1050" b="1" dirty="0">
                <a:solidFill>
                  <a:schemeClr val="tx1"/>
                </a:solidFill>
              </a:rPr>
              <a:t> 서비스에 감사</a:t>
            </a:r>
          </a:p>
          <a:p>
            <a:r>
              <a:rPr lang="ko-KR" altLang="en-US" sz="1050" b="1" dirty="0">
                <a:solidFill>
                  <a:schemeClr val="tx1"/>
                </a:solidFill>
              </a:rPr>
              <a:t>지역  부산광역시   홍길동    신속한 비교 견적 </a:t>
            </a:r>
            <a:r>
              <a:rPr lang="ko-KR" altLang="en-US" sz="1050" b="1" dirty="0" err="1">
                <a:solidFill>
                  <a:schemeClr val="tx1"/>
                </a:solidFill>
              </a:rPr>
              <a:t>친철한</a:t>
            </a:r>
            <a:r>
              <a:rPr lang="ko-KR" altLang="en-US" sz="1050" b="1" dirty="0">
                <a:solidFill>
                  <a:schemeClr val="tx1"/>
                </a:solidFill>
              </a:rPr>
              <a:t> 서비스에 감사</a:t>
            </a:r>
          </a:p>
          <a:p>
            <a:r>
              <a:rPr lang="ko-KR" altLang="en-US" sz="1050" b="1" dirty="0">
                <a:solidFill>
                  <a:schemeClr val="tx1"/>
                </a:solidFill>
              </a:rPr>
              <a:t>지역  부산광역시   홍길동    신속한 비교 견적 </a:t>
            </a:r>
            <a:r>
              <a:rPr lang="ko-KR" altLang="en-US" sz="1050" b="1" dirty="0" err="1">
                <a:solidFill>
                  <a:schemeClr val="tx1"/>
                </a:solidFill>
              </a:rPr>
              <a:t>친철한</a:t>
            </a:r>
            <a:r>
              <a:rPr lang="ko-KR" altLang="en-US" sz="1050" b="1" dirty="0">
                <a:solidFill>
                  <a:schemeClr val="tx1"/>
                </a:solidFill>
              </a:rPr>
              <a:t> 서비스에 감사</a:t>
            </a:r>
          </a:p>
          <a:p>
            <a:r>
              <a:rPr lang="ko-KR" altLang="en-US" sz="1050" b="1" dirty="0">
                <a:solidFill>
                  <a:schemeClr val="tx1"/>
                </a:solidFill>
              </a:rPr>
              <a:t>지역  부산광역시   홍길동    신속한 비교 견적 </a:t>
            </a:r>
            <a:r>
              <a:rPr lang="ko-KR" altLang="en-US" sz="1050" b="1" dirty="0" err="1">
                <a:solidFill>
                  <a:schemeClr val="tx1"/>
                </a:solidFill>
              </a:rPr>
              <a:t>친철한</a:t>
            </a:r>
            <a:r>
              <a:rPr lang="ko-KR" altLang="en-US" sz="1050" b="1" dirty="0">
                <a:solidFill>
                  <a:schemeClr val="tx1"/>
                </a:solidFill>
              </a:rPr>
              <a:t> 서비스에 감사</a:t>
            </a:r>
          </a:p>
          <a:p>
            <a:r>
              <a:rPr lang="ko-KR" altLang="en-US" sz="1050" b="1" dirty="0">
                <a:solidFill>
                  <a:schemeClr val="tx1"/>
                </a:solidFill>
              </a:rPr>
              <a:t>지역  부산광역시   홍길동    신속한 비교 견적 </a:t>
            </a:r>
            <a:r>
              <a:rPr lang="ko-KR" altLang="en-US" sz="1050" b="1" dirty="0" err="1">
                <a:solidFill>
                  <a:schemeClr val="tx1"/>
                </a:solidFill>
              </a:rPr>
              <a:t>친철한</a:t>
            </a:r>
            <a:r>
              <a:rPr lang="ko-KR" altLang="en-US" sz="1050" b="1" dirty="0">
                <a:solidFill>
                  <a:schemeClr val="tx1"/>
                </a:solidFill>
              </a:rPr>
              <a:t> 서비스에 감사</a:t>
            </a:r>
          </a:p>
          <a:p>
            <a:r>
              <a:rPr lang="ko-KR" altLang="en-US" sz="1050" b="1" dirty="0">
                <a:solidFill>
                  <a:schemeClr val="tx1"/>
                </a:solidFill>
              </a:rPr>
              <a:t>지역  부산광역시   홍길동    신속한 비교 견적 </a:t>
            </a:r>
            <a:r>
              <a:rPr lang="ko-KR" altLang="en-US" sz="1050" b="1" dirty="0" err="1">
                <a:solidFill>
                  <a:schemeClr val="tx1"/>
                </a:solidFill>
              </a:rPr>
              <a:t>친철한</a:t>
            </a:r>
            <a:r>
              <a:rPr lang="ko-KR" altLang="en-US" sz="1050" b="1" dirty="0">
                <a:solidFill>
                  <a:schemeClr val="tx1"/>
                </a:solidFill>
              </a:rPr>
              <a:t> 서비스에 감사</a:t>
            </a:r>
          </a:p>
          <a:p>
            <a:r>
              <a:rPr lang="ko-KR" altLang="en-US" sz="1050" b="1" dirty="0">
                <a:solidFill>
                  <a:schemeClr val="tx1"/>
                </a:solidFill>
              </a:rPr>
              <a:t>지역  부산광역시   홍길동    신속한 비교 견적 </a:t>
            </a:r>
            <a:r>
              <a:rPr lang="ko-KR" altLang="en-US" sz="1050" b="1" dirty="0" err="1">
                <a:solidFill>
                  <a:schemeClr val="tx1"/>
                </a:solidFill>
              </a:rPr>
              <a:t>친철한</a:t>
            </a:r>
            <a:r>
              <a:rPr lang="ko-KR" altLang="en-US" sz="1050" b="1" dirty="0">
                <a:solidFill>
                  <a:schemeClr val="tx1"/>
                </a:solidFill>
              </a:rPr>
              <a:t> 서비스에 감사</a:t>
            </a:r>
            <a:endParaRPr lang="en-US" altLang="ko-KR" sz="1050" b="1" dirty="0">
              <a:solidFill>
                <a:schemeClr val="tx1"/>
              </a:solidFill>
            </a:endParaRPr>
          </a:p>
          <a:p>
            <a:endParaRPr lang="ko-KR" altLang="en-US" sz="105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9316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CD98C-49A1-35D2-504E-04D0F1690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FF429AD0-745F-7A15-BDAC-64A6EDBEF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60" y="65057"/>
            <a:ext cx="1219370" cy="4286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54E2033-3152-D17F-623D-C8A37F50F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480" y="131741"/>
            <a:ext cx="2743583" cy="295316"/>
          </a:xfrm>
          <a:prstGeom prst="rect">
            <a:avLst/>
          </a:prstGeom>
        </p:spPr>
      </p:pic>
      <p:pic>
        <p:nvPicPr>
          <p:cNvPr id="13" name="그림 12" descr="하늘, 야외, 코스모스, 꽃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CB0E39-D096-0501-C885-49813C5AAE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99680"/>
            <a:ext cx="12192000" cy="625832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0646BA6C-67D8-D8E2-BDC6-ED0B84DCD3E5}"/>
              </a:ext>
            </a:extLst>
          </p:cNvPr>
          <p:cNvSpPr/>
          <p:nvPr/>
        </p:nvSpPr>
        <p:spPr>
          <a:xfrm>
            <a:off x="3121889" y="924400"/>
            <a:ext cx="6391563" cy="38427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tx1"/>
                </a:solidFill>
              </a:rPr>
              <a:t>비교하고 선택하는 합리적인 장례</a:t>
            </a:r>
            <a:r>
              <a:rPr lang="en-US" altLang="ko-KR" b="1" dirty="0">
                <a:solidFill>
                  <a:schemeClr val="tx1"/>
                </a:solidFill>
              </a:rPr>
              <a:t>, </a:t>
            </a:r>
            <a:r>
              <a:rPr lang="ko-KR" altLang="en-US" b="1" dirty="0">
                <a:solidFill>
                  <a:schemeClr val="tx1"/>
                </a:solidFill>
              </a:rPr>
              <a:t>더 든든하게 함께 합니다</a:t>
            </a:r>
            <a:r>
              <a:rPr lang="en-US" altLang="ko-KR" b="1" dirty="0">
                <a:solidFill>
                  <a:schemeClr val="tx1"/>
                </a:solidFill>
              </a:rPr>
              <a:t>.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pic>
        <p:nvPicPr>
          <p:cNvPr id="18" name="그림 17" descr="텍스트, 스크린샷, 폰트, 번호이(가) 표시된 사진">
            <a:extLst>
              <a:ext uri="{FF2B5EF4-FFF2-40B4-BE49-F238E27FC236}">
                <a16:creationId xmlns:a16="http://schemas.microsoft.com/office/drawing/2014/main" id="{48906D62-E577-82BC-697E-9D88848D08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224" y="3223491"/>
            <a:ext cx="3708685" cy="3465044"/>
          </a:xfrm>
          <a:prstGeom prst="rect">
            <a:avLst/>
          </a:prstGeom>
        </p:spPr>
      </p:pic>
      <p:pic>
        <p:nvPicPr>
          <p:cNvPr id="20" name="그림 19" descr="로고, 상징, 엠블럼, 폰트이(가) 표시된 사진">
            <a:extLst>
              <a:ext uri="{FF2B5EF4-FFF2-40B4-BE49-F238E27FC236}">
                <a16:creationId xmlns:a16="http://schemas.microsoft.com/office/drawing/2014/main" id="{21D28691-48B8-CFD3-517D-FC7AB750AB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24" y="40331"/>
            <a:ext cx="1542558" cy="51316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62CDBCA1-CC13-E5BC-734C-BD47AA2064DF}"/>
              </a:ext>
            </a:extLst>
          </p:cNvPr>
          <p:cNvGrpSpPr/>
          <p:nvPr/>
        </p:nvGrpSpPr>
        <p:grpSpPr>
          <a:xfrm>
            <a:off x="5258315" y="3223489"/>
            <a:ext cx="6748958" cy="3465045"/>
            <a:chOff x="5258315" y="2074385"/>
            <a:chExt cx="6748958" cy="4614150"/>
          </a:xfrm>
        </p:grpSpPr>
        <p:pic>
          <p:nvPicPr>
            <p:cNvPr id="23" name="그림 22" descr="텍스트, 스크린샷, 폰트, 번호이(가) 표시된 사진">
              <a:extLst>
                <a:ext uri="{FF2B5EF4-FFF2-40B4-BE49-F238E27FC236}">
                  <a16:creationId xmlns:a16="http://schemas.microsoft.com/office/drawing/2014/main" id="{692879E9-5AB2-85F3-B9E7-356CA2F8D2E6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58315" y="2074385"/>
              <a:ext cx="6748958" cy="4614150"/>
            </a:xfrm>
            <a:prstGeom prst="rect">
              <a:avLst/>
            </a:prstGeom>
          </p:spPr>
        </p:pic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60D233CB-EFD5-F948-5D45-FB4DF4E3F138}"/>
                </a:ext>
              </a:extLst>
            </p:cNvPr>
            <p:cNvSpPr/>
            <p:nvPr/>
          </p:nvSpPr>
          <p:spPr>
            <a:xfrm>
              <a:off x="5258315" y="2120565"/>
              <a:ext cx="4846019" cy="3842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b="1" dirty="0" err="1">
                  <a:solidFill>
                    <a:schemeClr val="tx1"/>
                  </a:solidFill>
                </a:rPr>
                <a:t>고객감동후기</a:t>
              </a:r>
              <a:endParaRPr lang="ko-KR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88F6B99-6AA7-B522-41F7-03DEE9C28578}"/>
                </a:ext>
              </a:extLst>
            </p:cNvPr>
            <p:cNvSpPr/>
            <p:nvPr/>
          </p:nvSpPr>
          <p:spPr>
            <a:xfrm>
              <a:off x="5355297" y="2693279"/>
              <a:ext cx="6347176" cy="39952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50" b="1" dirty="0">
                  <a:solidFill>
                    <a:schemeClr val="tx1"/>
                  </a:solidFill>
                </a:rPr>
                <a:t>지역  부산광역시   홍길동    신속한 비교 견적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친철한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서비스에 감사</a:t>
              </a:r>
              <a:endParaRPr lang="en-US" altLang="ko-KR" sz="1050" b="1" dirty="0">
                <a:solidFill>
                  <a:schemeClr val="tx1"/>
                </a:solidFill>
              </a:endParaRP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지역  부산광역시   홍길동    신속한 비교 견적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친철한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서비스에 감사</a:t>
              </a: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지역  부산광역시   홍길동    신속한 비교 견적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친철한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서비스에 감사</a:t>
              </a: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지역  부산광역시   홍길동    신속한 비교 견적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친철한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서비스에 감사</a:t>
              </a: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지역  부산광역시   홍길동    신속한 비교 견적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친철한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서비스에 감사</a:t>
              </a:r>
              <a:endParaRPr lang="en-US" altLang="ko-KR" sz="1050" b="1" dirty="0">
                <a:solidFill>
                  <a:schemeClr val="tx1"/>
                </a:solidFill>
              </a:endParaRP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지역  부산광역시   홍길동    신속한 비교 견적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친철한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서비스에 감사</a:t>
              </a: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지역  부산광역시   홍길동    신속한 비교 견적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친철한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서비스에 감사</a:t>
              </a: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지역  부산광역시   홍길동    신속한 비교 견적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친철한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서비스에 감사</a:t>
              </a: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지역  부산광역시   홍길동    신속한 비교 견적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친철한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서비스에 감사</a:t>
              </a: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지역  부산광역시   홍길동    신속한 비교 견적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친철한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서비스에 감사</a:t>
              </a: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지역  부산광역시   홍길동    신속한 비교 견적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친철한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서비스에 감사</a:t>
              </a: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지역  부산광역시   홍길동    신속한 비교 견적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친철한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서비스에 감사</a:t>
              </a: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지역  부산광역시   홍길동    신속한 비교 견적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친철한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서비스에 감사</a:t>
              </a: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지역  부산광역시   홍길동    신속한 비교 견적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친철한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서비스에 감사</a:t>
              </a: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지역  부산광역시   홍길동    신속한 비교 견적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친철한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서비스에 감사</a:t>
              </a: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지역  부산광역시   홍길동    신속한 비교 견적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친철한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서비스에 감사</a:t>
              </a: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지역  부산광역시   홍길동    신속한 비교 견적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친철한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서비스에 감사</a:t>
              </a: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지역  부산광역시   홍길동    신속한 비교 견적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친철한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서비스에 감사</a:t>
              </a:r>
              <a:endParaRPr lang="en-US" altLang="ko-KR" sz="1050" b="1" dirty="0">
                <a:solidFill>
                  <a:schemeClr val="tx1"/>
                </a:solidFill>
              </a:endParaRPr>
            </a:p>
            <a:p>
              <a:endParaRPr lang="ko-KR" altLang="en-US" sz="105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C38905B-7B33-5F37-59B6-E1F520E17849}"/>
              </a:ext>
            </a:extLst>
          </p:cNvPr>
          <p:cNvSpPr/>
          <p:nvPr/>
        </p:nvSpPr>
        <p:spPr>
          <a:xfrm>
            <a:off x="2087666" y="2283420"/>
            <a:ext cx="1616117" cy="2885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로그인</a:t>
            </a:r>
            <a:r>
              <a:rPr lang="en-US" altLang="ko-KR" sz="1000" b="1" dirty="0">
                <a:solidFill>
                  <a:schemeClr val="tx1"/>
                </a:solidFill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</a:rPr>
              <a:t>유가족</a:t>
            </a:r>
            <a:r>
              <a:rPr lang="en-US" altLang="ko-KR" sz="1000" b="1" dirty="0">
                <a:solidFill>
                  <a:schemeClr val="tx1"/>
                </a:solidFill>
              </a:rPr>
              <a:t>/</a:t>
            </a:r>
            <a:r>
              <a:rPr lang="ko-KR" altLang="en-US" sz="1000" b="1" dirty="0">
                <a:solidFill>
                  <a:schemeClr val="tx1"/>
                </a:solidFill>
              </a:rPr>
              <a:t>상조업체</a:t>
            </a:r>
            <a:r>
              <a:rPr lang="en-US" altLang="ko-KR" sz="1000" b="1" dirty="0">
                <a:solidFill>
                  <a:schemeClr val="tx1"/>
                </a:solidFill>
              </a:rPr>
              <a:t>)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5636FDC-E3F1-FD3F-4944-C461C0BD0190}"/>
              </a:ext>
            </a:extLst>
          </p:cNvPr>
          <p:cNvSpPr/>
          <p:nvPr/>
        </p:nvSpPr>
        <p:spPr>
          <a:xfrm>
            <a:off x="4142757" y="2283420"/>
            <a:ext cx="1616117" cy="2885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상조회사 가입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1B31718-C1FB-AE84-E4BB-626A0BF985AB}"/>
              </a:ext>
            </a:extLst>
          </p:cNvPr>
          <p:cNvSpPr/>
          <p:nvPr/>
        </p:nvSpPr>
        <p:spPr>
          <a:xfrm>
            <a:off x="6315486" y="2283420"/>
            <a:ext cx="1616117" cy="2885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장례비용 문의 </a:t>
            </a:r>
            <a:r>
              <a:rPr lang="en-US" altLang="ko-KR" sz="1000" b="1" dirty="0">
                <a:solidFill>
                  <a:schemeClr val="tx1"/>
                </a:solidFill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</a:rPr>
              <a:t>유가족</a:t>
            </a:r>
            <a:r>
              <a:rPr lang="en-US" altLang="ko-KR" sz="1000" b="1" dirty="0">
                <a:solidFill>
                  <a:schemeClr val="tx1"/>
                </a:solidFill>
              </a:rPr>
              <a:t>)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52DB1C5-54BE-DABA-D715-BE058EFA5665}"/>
              </a:ext>
            </a:extLst>
          </p:cNvPr>
          <p:cNvSpPr/>
          <p:nvPr/>
        </p:nvSpPr>
        <p:spPr>
          <a:xfrm>
            <a:off x="8315159" y="2283420"/>
            <a:ext cx="1616117" cy="2885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 err="1">
                <a:solidFill>
                  <a:schemeClr val="tx1"/>
                </a:solidFill>
              </a:rPr>
              <a:t>고객감동후기</a:t>
            </a:r>
            <a:r>
              <a:rPr lang="ko-KR" altLang="en-US" sz="1000" b="1" dirty="0">
                <a:solidFill>
                  <a:schemeClr val="tx1"/>
                </a:solidFill>
              </a:rPr>
              <a:t> 등록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7316922-61B1-A10E-1C40-4DB748CA0894}"/>
              </a:ext>
            </a:extLst>
          </p:cNvPr>
          <p:cNvGrpSpPr/>
          <p:nvPr/>
        </p:nvGrpSpPr>
        <p:grpSpPr>
          <a:xfrm>
            <a:off x="1311089" y="1504712"/>
            <a:ext cx="10326491" cy="1695687"/>
            <a:chOff x="1902214" y="1477004"/>
            <a:chExt cx="10326491" cy="1695687"/>
          </a:xfrm>
        </p:grpSpPr>
        <p:pic>
          <p:nvPicPr>
            <p:cNvPr id="6" name="그림 5" descr="텍스트, 스크린샷, 폰트, 명함이(가) 표시된 사진">
              <a:extLst>
                <a:ext uri="{FF2B5EF4-FFF2-40B4-BE49-F238E27FC236}">
                  <a16:creationId xmlns:a16="http://schemas.microsoft.com/office/drawing/2014/main" id="{18FCF8CD-57DB-434F-C971-C41391180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902214" y="1484864"/>
              <a:ext cx="8202120" cy="1597113"/>
            </a:xfrm>
            <a:prstGeom prst="rect">
              <a:avLst/>
            </a:prstGeom>
          </p:spPr>
        </p:pic>
        <p:pic>
          <p:nvPicPr>
            <p:cNvPr id="19" name="그림 18" descr="텍스트, 로고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4DAB7B1F-A329-022B-02A6-51976E1DD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0104334" y="1477004"/>
              <a:ext cx="2124371" cy="169568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25352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2C932-DAE2-D619-4085-CACD610DB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64F9B3EB-08D8-73DC-F769-4A1C7D778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60" y="65057"/>
            <a:ext cx="1219370" cy="4286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7B9D26E-7EA8-F056-E672-F8BFD07B5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480" y="131741"/>
            <a:ext cx="2743583" cy="295316"/>
          </a:xfrm>
          <a:prstGeom prst="rect">
            <a:avLst/>
          </a:prstGeom>
        </p:spPr>
      </p:pic>
      <p:pic>
        <p:nvPicPr>
          <p:cNvPr id="20" name="그림 19" descr="로고, 상징, 엠블럼, 폰트이(가) 표시된 사진">
            <a:extLst>
              <a:ext uri="{FF2B5EF4-FFF2-40B4-BE49-F238E27FC236}">
                <a16:creationId xmlns:a16="http://schemas.microsoft.com/office/drawing/2014/main" id="{F4CEB527-0128-305F-55E8-0C23E401D90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24" y="40331"/>
            <a:ext cx="1542558" cy="513169"/>
          </a:xfrm>
          <a:prstGeom prst="rect">
            <a:avLst/>
          </a:prstGeom>
        </p:spPr>
      </p:pic>
      <p:pic>
        <p:nvPicPr>
          <p:cNvPr id="6" name="그림 5" descr="텍스트, 스크린샷, 폰트, 명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5354E7E-16FB-24D3-CDE9-C54D34DE99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4436" y="2214393"/>
            <a:ext cx="9862678" cy="2429214"/>
          </a:xfrm>
          <a:prstGeom prst="rect">
            <a:avLst/>
          </a:prstGeom>
        </p:spPr>
      </p:pic>
      <p:pic>
        <p:nvPicPr>
          <p:cNvPr id="11" name="그림 10" descr="텍스트, 가방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1A4AF9-0835-514A-01B7-5177533EC0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824" y="2214393"/>
            <a:ext cx="1886213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778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5500C-5593-E2FD-B657-64ACF8AD2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49ACF31-8916-70AC-83F0-901A5839F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060" y="65057"/>
            <a:ext cx="1219370" cy="4286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2B5D31D-4395-C4AF-9A12-F6F1DDFE6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480" y="131741"/>
            <a:ext cx="2743583" cy="295316"/>
          </a:xfrm>
          <a:prstGeom prst="rect">
            <a:avLst/>
          </a:prstGeom>
        </p:spPr>
      </p:pic>
      <p:pic>
        <p:nvPicPr>
          <p:cNvPr id="20" name="그림 19" descr="로고, 상징, 엠블럼, 폰트이(가) 표시된 사진">
            <a:extLst>
              <a:ext uri="{FF2B5EF4-FFF2-40B4-BE49-F238E27FC236}">
                <a16:creationId xmlns:a16="http://schemas.microsoft.com/office/drawing/2014/main" id="{6B5D8887-206B-3F9E-FFE8-31BCBA5F9F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824" y="40331"/>
            <a:ext cx="1542558" cy="513169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14A2609B-DA55-605D-5836-21663D700F1E}"/>
              </a:ext>
            </a:extLst>
          </p:cNvPr>
          <p:cNvGrpSpPr/>
          <p:nvPr/>
        </p:nvGrpSpPr>
        <p:grpSpPr>
          <a:xfrm>
            <a:off x="489526" y="2070964"/>
            <a:ext cx="9088584" cy="3465045"/>
            <a:chOff x="535707" y="610756"/>
            <a:chExt cx="9088584" cy="4614150"/>
          </a:xfrm>
        </p:grpSpPr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3E16AF7E-4FC2-89ED-C5DA-C5109481D5FE}"/>
                </a:ext>
              </a:extLst>
            </p:cNvPr>
            <p:cNvSpPr/>
            <p:nvPr/>
          </p:nvSpPr>
          <p:spPr>
            <a:xfrm>
              <a:off x="535707" y="610756"/>
              <a:ext cx="8285020" cy="3842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>
                  <a:solidFill>
                    <a:schemeClr val="tx1"/>
                  </a:solidFill>
                </a:rPr>
                <a:t>선택  성명      아이디                             부서          직책        전화번호             휴대전화              이메일                            상태</a:t>
              </a: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5A4FEAE7-B943-6A8F-5F58-5E0923444DD5}"/>
                </a:ext>
              </a:extLst>
            </p:cNvPr>
            <p:cNvSpPr/>
            <p:nvPr/>
          </p:nvSpPr>
          <p:spPr>
            <a:xfrm>
              <a:off x="535707" y="969401"/>
              <a:ext cx="9088584" cy="42555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5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ㅁ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  홍길동 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chunggiwachunggiwa12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영업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01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부   영업대표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031-1588-1588   010-9999-9999  </a:t>
              </a:r>
              <a:r>
                <a:rPr lang="en-US" altLang="ko-KR" sz="1050" b="1" dirty="0">
                  <a:solidFill>
                    <a:schemeClr val="tx1"/>
                  </a:solidFill>
                  <a:hlinkClick r:id="rId5"/>
                </a:rPr>
                <a:t> Chunggiwa@gmail.com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 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재직중</a:t>
              </a:r>
              <a:endParaRPr lang="en-US" altLang="ko-KR" sz="1050" b="1" dirty="0">
                <a:solidFill>
                  <a:schemeClr val="tx1"/>
                </a:solidFill>
              </a:endParaRP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ㅁ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  홍길동 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chunggiwachunggiwa12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영업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01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부   영업대표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031-1588-1588   010-9999-9999  </a:t>
              </a:r>
              <a:r>
                <a:rPr lang="en-US" altLang="ko-KR" sz="1050" b="1" dirty="0">
                  <a:solidFill>
                    <a:schemeClr val="tx1"/>
                  </a:solidFill>
                  <a:hlinkClick r:id="rId5"/>
                </a:rPr>
                <a:t> Chunggiwa@gmail.com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 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재직중</a:t>
              </a:r>
              <a:endParaRPr lang="en-US" altLang="ko-KR" sz="1050" b="1" dirty="0">
                <a:solidFill>
                  <a:schemeClr val="tx1"/>
                </a:solidFill>
              </a:endParaRP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ㅁ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  홍길동 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chunggiwachunggiwa12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영업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01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부   영업대표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031-1588-1588   010-9999-9999  </a:t>
              </a:r>
              <a:r>
                <a:rPr lang="en-US" altLang="ko-KR" sz="1050" b="1" dirty="0">
                  <a:solidFill>
                    <a:schemeClr val="tx1"/>
                  </a:solidFill>
                  <a:hlinkClick r:id="rId5"/>
                </a:rPr>
                <a:t> Chunggiwa@gmail.com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 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재직중</a:t>
              </a:r>
              <a:endParaRPr lang="en-US" altLang="ko-KR" sz="1050" b="1" dirty="0">
                <a:solidFill>
                  <a:schemeClr val="tx1"/>
                </a:solidFill>
              </a:endParaRP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ㅁ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  홍길동 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chunggiwachunggiwa12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영업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01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부   영업대표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031-1588-1588   010-9999-9999  </a:t>
              </a:r>
              <a:r>
                <a:rPr lang="en-US" altLang="ko-KR" sz="1050" b="1" dirty="0">
                  <a:solidFill>
                    <a:schemeClr val="tx1"/>
                  </a:solidFill>
                  <a:hlinkClick r:id="rId5"/>
                </a:rPr>
                <a:t> Chunggiwa@gmail.com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 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재직중</a:t>
              </a:r>
              <a:endParaRPr lang="en-US" altLang="ko-KR" sz="1050" b="1" dirty="0">
                <a:solidFill>
                  <a:schemeClr val="tx1"/>
                </a:solidFill>
              </a:endParaRP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ㅁ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  홍길동 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chunggiwachunggiwa12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영업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01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부   영업대표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031-1588-1588   010-9999-9999  </a:t>
              </a:r>
              <a:r>
                <a:rPr lang="en-US" altLang="ko-KR" sz="1050" b="1" dirty="0">
                  <a:solidFill>
                    <a:schemeClr val="tx1"/>
                  </a:solidFill>
                  <a:hlinkClick r:id="rId5"/>
                </a:rPr>
                <a:t> Chunggiwa@gmail.com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 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재직중</a:t>
              </a:r>
              <a:endParaRPr lang="en-US" altLang="ko-KR" sz="1050" b="1" dirty="0">
                <a:solidFill>
                  <a:schemeClr val="tx1"/>
                </a:solidFill>
              </a:endParaRP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ㅁ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  홍길동 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chunggiwachunggiwa12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영업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01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부   영업대표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031-1588-1588   010-9999-9999  </a:t>
              </a:r>
              <a:r>
                <a:rPr lang="en-US" altLang="ko-KR" sz="1050" b="1" dirty="0">
                  <a:solidFill>
                    <a:schemeClr val="tx1"/>
                  </a:solidFill>
                  <a:hlinkClick r:id="rId5"/>
                </a:rPr>
                <a:t> Chunggiwa@gmail.com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 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재직중</a:t>
              </a:r>
              <a:endParaRPr lang="en-US" altLang="ko-KR" sz="1050" b="1" dirty="0">
                <a:solidFill>
                  <a:schemeClr val="tx1"/>
                </a:solidFill>
              </a:endParaRP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ㅁ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  홍길동 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chunggiwachunggiwa12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영업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01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부   영업대표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031-1588-1588   010-9999-9999  </a:t>
              </a:r>
              <a:r>
                <a:rPr lang="en-US" altLang="ko-KR" sz="1050" b="1" dirty="0">
                  <a:solidFill>
                    <a:schemeClr val="tx1"/>
                  </a:solidFill>
                  <a:hlinkClick r:id="rId5"/>
                </a:rPr>
                <a:t> Chunggiwa@gmail.com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 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재직중</a:t>
              </a:r>
              <a:endParaRPr lang="en-US" altLang="ko-KR" sz="1050" b="1" dirty="0">
                <a:solidFill>
                  <a:schemeClr val="tx1"/>
                </a:solidFill>
              </a:endParaRP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ㅁ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  홍길동 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chunggiwachunggiwa12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영업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01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부   영업대표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031-1588-1588   010-9999-9999  </a:t>
              </a:r>
              <a:r>
                <a:rPr lang="en-US" altLang="ko-KR" sz="1050" b="1" dirty="0">
                  <a:solidFill>
                    <a:schemeClr val="tx1"/>
                  </a:solidFill>
                  <a:hlinkClick r:id="rId5"/>
                </a:rPr>
                <a:t> Chunggiwa@gmail.com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 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재직중</a:t>
              </a:r>
              <a:endParaRPr lang="en-US" altLang="ko-KR" sz="1050" b="1" dirty="0">
                <a:solidFill>
                  <a:schemeClr val="tx1"/>
                </a:solidFill>
              </a:endParaRP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ㅁ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  홍길동 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chunggiwachunggiwa12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영업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01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부   영업대표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031-1588-1588   010-9999-9999  </a:t>
              </a:r>
              <a:r>
                <a:rPr lang="en-US" altLang="ko-KR" sz="1050" b="1" dirty="0">
                  <a:solidFill>
                    <a:schemeClr val="tx1"/>
                  </a:solidFill>
                  <a:hlinkClick r:id="rId5"/>
                </a:rPr>
                <a:t> Chunggiwa@gmail.com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 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재직중</a:t>
              </a:r>
              <a:endParaRPr lang="en-US" altLang="ko-KR" sz="1050" b="1" dirty="0">
                <a:solidFill>
                  <a:schemeClr val="tx1"/>
                </a:solidFill>
              </a:endParaRP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ㅁ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  홍길동 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chunggiwachunggiwa12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영업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01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부   영업대표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031-1588-1588   010-9999-9999  </a:t>
              </a:r>
              <a:r>
                <a:rPr lang="en-US" altLang="ko-KR" sz="1050" b="1" dirty="0">
                  <a:solidFill>
                    <a:schemeClr val="tx1"/>
                  </a:solidFill>
                  <a:hlinkClick r:id="rId5"/>
                </a:rPr>
                <a:t> Chunggiwa@gmail.com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 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재직중</a:t>
              </a:r>
              <a:endParaRPr lang="en-US" altLang="ko-KR" sz="1050" b="1" dirty="0">
                <a:solidFill>
                  <a:schemeClr val="tx1"/>
                </a:solidFill>
              </a:endParaRP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ㅁ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  홍길동 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chunggiwachunggiwa12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영업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01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부   영업대표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031-1588-1588   010-9999-9999  </a:t>
              </a:r>
              <a:r>
                <a:rPr lang="en-US" altLang="ko-KR" sz="1050" b="1" dirty="0">
                  <a:solidFill>
                    <a:schemeClr val="tx1"/>
                  </a:solidFill>
                  <a:hlinkClick r:id="rId5"/>
                </a:rPr>
                <a:t> Chunggiwa@gmail.com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 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재직중</a:t>
              </a:r>
              <a:endParaRPr lang="en-US" altLang="ko-KR" sz="1050" b="1" dirty="0">
                <a:solidFill>
                  <a:schemeClr val="tx1"/>
                </a:solidFill>
              </a:endParaRP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ㅁ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  홍길동 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chunggiwachunggiwa12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영업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01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부   영업대표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031-1588-1588   010-9999-9999  </a:t>
              </a:r>
              <a:r>
                <a:rPr lang="en-US" altLang="ko-KR" sz="1050" b="1" dirty="0">
                  <a:solidFill>
                    <a:schemeClr val="tx1"/>
                  </a:solidFill>
                  <a:hlinkClick r:id="rId5"/>
                </a:rPr>
                <a:t> Chunggiwa@gmail.com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 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재직중</a:t>
              </a:r>
              <a:endParaRPr lang="en-US" altLang="ko-KR" sz="1050" b="1" dirty="0">
                <a:solidFill>
                  <a:schemeClr val="tx1"/>
                </a:solidFill>
              </a:endParaRP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ㅁ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  홍길동 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chunggiwachunggiwa12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영업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01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부   영업대표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031-1588-1588   010-9999-9999  </a:t>
              </a:r>
              <a:r>
                <a:rPr lang="en-US" altLang="ko-KR" sz="1050" b="1" dirty="0">
                  <a:solidFill>
                    <a:schemeClr val="tx1"/>
                  </a:solidFill>
                  <a:hlinkClick r:id="rId5"/>
                </a:rPr>
                <a:t> Chunggiwa@gmail.com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 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재직중</a:t>
              </a:r>
              <a:endParaRPr lang="en-US" altLang="ko-KR" sz="1050" b="1" dirty="0">
                <a:solidFill>
                  <a:schemeClr val="tx1"/>
                </a:solidFill>
              </a:endParaRP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ㅁ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  홍길동 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chunggiwachunggiwa12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영업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01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부   영업대표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031-1588-1588   010-9999-9999  </a:t>
              </a:r>
              <a:r>
                <a:rPr lang="en-US" altLang="ko-KR" sz="1050" b="1" dirty="0">
                  <a:solidFill>
                    <a:schemeClr val="tx1"/>
                  </a:solidFill>
                  <a:hlinkClick r:id="rId5"/>
                </a:rPr>
                <a:t> Chunggiwa@gmail.com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 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재직중</a:t>
              </a:r>
              <a:endParaRPr lang="en-US" altLang="ko-KR" sz="1050" b="1" dirty="0">
                <a:solidFill>
                  <a:schemeClr val="tx1"/>
                </a:solidFill>
              </a:endParaRP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ㅁ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  홍길동 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chunggiwachunggiwa12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영업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01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부   영업대표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031-1588-1588   010-9999-9999  </a:t>
              </a:r>
              <a:r>
                <a:rPr lang="en-US" altLang="ko-KR" sz="1050" b="1" dirty="0">
                  <a:solidFill>
                    <a:schemeClr val="tx1"/>
                  </a:solidFill>
                  <a:hlinkClick r:id="rId5"/>
                </a:rPr>
                <a:t> Chunggiwa@gmail.com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 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재직중</a:t>
              </a:r>
              <a:endParaRPr lang="en-US" altLang="ko-KR" sz="1050" b="1" dirty="0">
                <a:solidFill>
                  <a:schemeClr val="tx1"/>
                </a:solidFill>
              </a:endParaRP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ㅁ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  홍길동 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chunggiwachunggiwa12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영업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01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부   영업대표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031-1588-1588   010-9999-9999  </a:t>
              </a:r>
              <a:r>
                <a:rPr lang="en-US" altLang="ko-KR" sz="1050" b="1" dirty="0">
                  <a:solidFill>
                    <a:schemeClr val="tx1"/>
                  </a:solidFill>
                  <a:hlinkClick r:id="rId5"/>
                </a:rPr>
                <a:t> Chunggiwa@gmail.com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 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재직중</a:t>
              </a:r>
              <a:endParaRPr lang="en-US" altLang="ko-KR" sz="1050" b="1" dirty="0">
                <a:solidFill>
                  <a:schemeClr val="tx1"/>
                </a:solidFill>
              </a:endParaRP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ㅁ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  홍길동 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chunggiwachunggiwa12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영업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01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부   영업대표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031-1588-1588   010-9999-9999  </a:t>
              </a:r>
              <a:r>
                <a:rPr lang="en-US" altLang="ko-KR" sz="1050" b="1" dirty="0">
                  <a:solidFill>
                    <a:schemeClr val="tx1"/>
                  </a:solidFill>
                  <a:hlinkClick r:id="rId5"/>
                </a:rPr>
                <a:t> Chunggiwa@gmail.com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 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재직중</a:t>
              </a:r>
              <a:endParaRPr lang="en-US" altLang="ko-KR" sz="1050" b="1" dirty="0">
                <a:solidFill>
                  <a:schemeClr val="tx1"/>
                </a:solidFill>
              </a:endParaRP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ㅁ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  홍길동 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chunggiwachunggiwa12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영업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01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부   영업대표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031-1588-1588   010-9999-9999  </a:t>
              </a:r>
              <a:r>
                <a:rPr lang="en-US" altLang="ko-KR" sz="1050" b="1" dirty="0">
                  <a:solidFill>
                    <a:schemeClr val="tx1"/>
                  </a:solidFill>
                  <a:hlinkClick r:id="rId5"/>
                </a:rPr>
                <a:t> Chunggiwa@gmail.com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 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재직중</a:t>
              </a:r>
              <a:endParaRPr lang="en-US" altLang="ko-KR" sz="1050" b="1" dirty="0">
                <a:solidFill>
                  <a:schemeClr val="tx1"/>
                </a:solidFill>
              </a:endParaRPr>
            </a:p>
            <a:p>
              <a:r>
                <a:rPr lang="ko-KR" altLang="en-US" sz="1050" b="1" dirty="0">
                  <a:solidFill>
                    <a:schemeClr val="tx1"/>
                  </a:solidFill>
                </a:rPr>
                <a:t> </a:t>
              </a:r>
              <a:r>
                <a:rPr lang="ko-KR" altLang="en-US" sz="1050" b="1" dirty="0" err="1">
                  <a:solidFill>
                    <a:schemeClr val="tx1"/>
                  </a:solidFill>
                </a:rPr>
                <a:t>ㅁ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   홍길동 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chunggiwachunggiwa12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영업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01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부   영업대표  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031-1588-1588   010-9999-9999  </a:t>
              </a:r>
              <a:r>
                <a:rPr lang="en-US" altLang="ko-KR" sz="1050" b="1" dirty="0">
                  <a:solidFill>
                    <a:schemeClr val="tx1"/>
                  </a:solidFill>
                  <a:hlinkClick r:id="rId5"/>
                </a:rPr>
                <a:t> Chunggiwa@gmail.com</a:t>
              </a:r>
              <a:r>
                <a:rPr lang="en-US" altLang="ko-KR" sz="1050" b="1" dirty="0">
                  <a:solidFill>
                    <a:schemeClr val="tx1"/>
                  </a:solidFill>
                </a:rPr>
                <a:t>   </a:t>
              </a:r>
              <a:r>
                <a:rPr lang="ko-KR" altLang="en-US" sz="1050" b="1" dirty="0">
                  <a:solidFill>
                    <a:schemeClr val="tx1"/>
                  </a:solidFill>
                </a:rPr>
                <a:t>재직중</a:t>
              </a:r>
              <a:endParaRPr lang="en-US" altLang="ko-KR" sz="105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AD18F942-8D0B-82CA-5D1E-5B0E3411C710}"/>
              </a:ext>
            </a:extLst>
          </p:cNvPr>
          <p:cNvSpPr/>
          <p:nvPr/>
        </p:nvSpPr>
        <p:spPr>
          <a:xfrm>
            <a:off x="489527" y="998877"/>
            <a:ext cx="1179183" cy="2885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tx1"/>
                </a:solidFill>
              </a:rPr>
              <a:t>직원 관리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83BA312-A538-B19E-50A0-734D99F48B59}"/>
              </a:ext>
            </a:extLst>
          </p:cNvPr>
          <p:cNvSpPr/>
          <p:nvPr/>
        </p:nvSpPr>
        <p:spPr>
          <a:xfrm>
            <a:off x="1356965" y="1287451"/>
            <a:ext cx="1542558" cy="2885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 err="1">
                <a:solidFill>
                  <a:schemeClr val="tx1"/>
                </a:solidFill>
              </a:rPr>
              <a:t>하늘꽃송이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A7829436-F9F7-512F-8913-A91B6288F742}"/>
              </a:ext>
            </a:extLst>
          </p:cNvPr>
          <p:cNvGrpSpPr/>
          <p:nvPr/>
        </p:nvGrpSpPr>
        <p:grpSpPr>
          <a:xfrm>
            <a:off x="7000794" y="911645"/>
            <a:ext cx="2965245" cy="463038"/>
            <a:chOff x="8210757" y="1055932"/>
            <a:chExt cx="2965245" cy="463038"/>
          </a:xfrm>
        </p:grpSpPr>
        <p:pic>
          <p:nvPicPr>
            <p:cNvPr id="3" name="그림 2" descr="텍스트, 폰트, 오렌지, 노랑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407B2AC-9D6A-1FCE-4E90-28A14621D82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99172" y="1055932"/>
              <a:ext cx="1976830" cy="463038"/>
            </a:xfrm>
            <a:prstGeom prst="rect">
              <a:avLst/>
            </a:prstGeom>
          </p:spPr>
        </p:pic>
        <p:pic>
          <p:nvPicPr>
            <p:cNvPr id="22" name="그림 21" descr="텍스트, 폰트, 오렌지, 노랑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BAF87A9B-8604-6126-BE30-D178FCBF48F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210757" y="1055932"/>
              <a:ext cx="1976830" cy="463038"/>
            </a:xfrm>
            <a:prstGeom prst="rect">
              <a:avLst/>
            </a:prstGeom>
          </p:spPr>
        </p:pic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6F16C3ED-1AA3-A993-C7A4-C710EB767D19}"/>
                </a:ext>
              </a:extLst>
            </p:cNvPr>
            <p:cNvSpPr/>
            <p:nvPr/>
          </p:nvSpPr>
          <p:spPr>
            <a:xfrm>
              <a:off x="9265949" y="1137155"/>
              <a:ext cx="836389" cy="2885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b="1">
                  <a:solidFill>
                    <a:schemeClr val="tx1"/>
                  </a:solidFill>
                </a:rPr>
                <a:t>직원 수정</a:t>
              </a:r>
              <a:endParaRPr lang="ko-KR" altLang="en-US" sz="1100" b="1" dirty="0">
                <a:solidFill>
                  <a:schemeClr val="tx1"/>
                </a:solidFill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8DB4493E-7F4F-2733-3B58-9A2717526788}"/>
                </a:ext>
              </a:extLst>
            </p:cNvPr>
            <p:cNvSpPr/>
            <p:nvPr/>
          </p:nvSpPr>
          <p:spPr>
            <a:xfrm>
              <a:off x="8277534" y="1137155"/>
              <a:ext cx="836389" cy="2885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100" b="1" dirty="0">
                  <a:solidFill>
                    <a:schemeClr val="tx1"/>
                  </a:solidFill>
                </a:rPr>
                <a:t>직원 등록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7A93A011-7A8F-F1A2-8E4E-2DD33CA4036E}"/>
                </a:ext>
              </a:extLst>
            </p:cNvPr>
            <p:cNvSpPr/>
            <p:nvPr/>
          </p:nvSpPr>
          <p:spPr>
            <a:xfrm>
              <a:off x="10263600" y="1137155"/>
              <a:ext cx="912402" cy="2885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900" b="1" dirty="0">
                  <a:solidFill>
                    <a:schemeClr val="tx1"/>
                  </a:solidFill>
                </a:rPr>
                <a:t>대표상세조회</a:t>
              </a:r>
            </a:p>
          </p:txBody>
        </p:sp>
      </p:grpSp>
      <p:pic>
        <p:nvPicPr>
          <p:cNvPr id="29" name="그림 28" descr="로고, 상징, 엠블럼, 폰트이(가) 표시된 사진">
            <a:extLst>
              <a:ext uri="{FF2B5EF4-FFF2-40B4-BE49-F238E27FC236}">
                <a16:creationId xmlns:a16="http://schemas.microsoft.com/office/drawing/2014/main" id="{F19DDEBC-03C6-4B64-3408-CD25B49EA2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27" y="1321991"/>
            <a:ext cx="867438" cy="288574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A56B3E72-DD81-F5B8-3E8A-811D52D94CEC}"/>
              </a:ext>
            </a:extLst>
          </p:cNvPr>
          <p:cNvSpPr/>
          <p:nvPr/>
        </p:nvSpPr>
        <p:spPr>
          <a:xfrm>
            <a:off x="489526" y="1576025"/>
            <a:ext cx="4738255" cy="2885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관리부  회사대표  </a:t>
            </a:r>
            <a:r>
              <a:rPr lang="ko-KR" altLang="en-US" sz="900" dirty="0" err="1">
                <a:solidFill>
                  <a:schemeClr val="tx1"/>
                </a:solidFill>
              </a:rPr>
              <a:t>김꽃송이</a:t>
            </a:r>
            <a:r>
              <a:rPr lang="ko-KR" altLang="en-US" sz="900" dirty="0">
                <a:solidFill>
                  <a:schemeClr val="tx1"/>
                </a:solidFill>
              </a:rPr>
              <a:t>  </a:t>
            </a:r>
            <a:r>
              <a:rPr lang="en-US" altLang="ko-KR" sz="900" dirty="0">
                <a:solidFill>
                  <a:schemeClr val="tx1"/>
                </a:solidFill>
              </a:rPr>
              <a:t>( </a:t>
            </a:r>
            <a:r>
              <a:rPr lang="ko-KR" altLang="en-US" sz="900" dirty="0">
                <a:solidFill>
                  <a:schemeClr val="tx1"/>
                </a:solidFill>
              </a:rPr>
              <a:t>회사 </a:t>
            </a:r>
            <a:r>
              <a:rPr lang="en-US" altLang="ko-KR" sz="900" dirty="0">
                <a:solidFill>
                  <a:schemeClr val="tx1"/>
                </a:solidFill>
              </a:rPr>
              <a:t>: 031-1588-1588, </a:t>
            </a:r>
            <a:r>
              <a:rPr lang="ko-KR" altLang="en-US" sz="900" dirty="0">
                <a:solidFill>
                  <a:schemeClr val="tx1"/>
                </a:solidFill>
              </a:rPr>
              <a:t>휴대전화 </a:t>
            </a:r>
            <a:r>
              <a:rPr lang="en-US" altLang="ko-KR" sz="900" dirty="0">
                <a:solidFill>
                  <a:schemeClr val="tx1"/>
                </a:solidFill>
              </a:rPr>
              <a:t>: 010-5555-1234 )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9559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2517</TotalTime>
  <Words>757</Words>
  <Application>Microsoft Office PowerPoint</Application>
  <PresentationFormat>와이드스크린</PresentationFormat>
  <Paragraphs>77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Df526</dc:creator>
  <cp:lastModifiedBy>Df526</cp:lastModifiedBy>
  <cp:revision>4</cp:revision>
  <dcterms:created xsi:type="dcterms:W3CDTF">2025-12-12T02:52:54Z</dcterms:created>
  <dcterms:modified xsi:type="dcterms:W3CDTF">2025-12-13T20:50:29Z</dcterms:modified>
</cp:coreProperties>
</file>