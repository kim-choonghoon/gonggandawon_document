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1"/>
  </p:sldMasterIdLst>
  <p:notesMasterIdLst>
    <p:notesMasterId r:id="rId29"/>
  </p:notesMasterIdLst>
  <p:sldIdLst>
    <p:sldId id="257" r:id="rId2"/>
    <p:sldId id="282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D6EFE-42C4-4E5B-BF92-5A4860C2FC4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DD7F8-066D-40ED-8C66-EEDAAEE9B8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34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02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05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5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2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94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68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3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3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13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43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737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505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9670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27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79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01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9FF84-F7E0-4919-BF03-CDF2831C50D2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504CAB7-E932-425D-B0DC-6F3E81687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05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FCCB-996B-F08D-80D1-5D25990C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폰트, 엠블럼이(가) 표시된 사진">
            <a:extLst>
              <a:ext uri="{FF2B5EF4-FFF2-40B4-BE49-F238E27FC236}">
                <a16:creationId xmlns:a16="http://schemas.microsoft.com/office/drawing/2014/main" id="{9EB0A216-D6A6-72F4-8638-B7F186265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863" y="435601"/>
            <a:ext cx="8923719" cy="5986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25BF7-2679-89D9-67E9-F9A01D213DD3}"/>
              </a:ext>
            </a:extLst>
          </p:cNvPr>
          <p:cNvSpPr txBox="1"/>
          <p:nvPr/>
        </p:nvSpPr>
        <p:spPr>
          <a:xfrm>
            <a:off x="773283" y="593270"/>
            <a:ext cx="109857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3200" dirty="0">
                <a:latin typeface="HY궁서" panose="02030600000101010101" pitchFamily="18" charset="-127"/>
                <a:ea typeface="HY궁서" panose="02030600000101010101" pitchFamily="18" charset="-127"/>
              </a:rPr>
              <a:t>특허 기반 안심 기술로 완성하는 투명한 장례 중개 플랫폼, </a:t>
            </a:r>
            <a:endParaRPr lang="en-US" altLang="ko-KR" sz="3200" dirty="0">
              <a:latin typeface="HY궁서" panose="02030600000101010101" pitchFamily="18" charset="-127"/>
              <a:ea typeface="HY궁서" panose="02030600000101010101" pitchFamily="18" charset="-12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3200" dirty="0">
                <a:latin typeface="HY궁서" panose="02030600000101010101" pitchFamily="18" charset="-127"/>
                <a:ea typeface="HY궁서" panose="02030600000101010101" pitchFamily="18" charset="-127"/>
              </a:rPr>
              <a:t>                                            </a:t>
            </a:r>
            <a:r>
              <a:rPr lang="ko-KR" altLang="ko-KR" sz="3200" dirty="0" err="1">
                <a:latin typeface="HY궁서" panose="02030600000101010101" pitchFamily="18" charset="-127"/>
                <a:ea typeface="HY궁서" panose="02030600000101010101" pitchFamily="18" charset="-127"/>
              </a:rPr>
              <a:t>하늘꽃송이</a:t>
            </a:r>
            <a:r>
              <a:rPr lang="en-US" altLang="ko-KR" sz="3200" dirty="0">
                <a:latin typeface="HY궁서" panose="02030600000101010101" pitchFamily="18" charset="-127"/>
                <a:ea typeface="HY궁서" panose="02030600000101010101" pitchFamily="18" charset="-127"/>
              </a:rPr>
              <a:t> (</a:t>
            </a:r>
            <a:r>
              <a:rPr lang="ko-KR" altLang="en-US" sz="3200" dirty="0" err="1">
                <a:latin typeface="HY궁서" panose="02030600000101010101" pitchFamily="18" charset="-127"/>
                <a:ea typeface="HY궁서" panose="02030600000101010101" pitchFamily="18" charset="-127"/>
              </a:rPr>
              <a:t>특허진행중</a:t>
            </a:r>
            <a:r>
              <a:rPr lang="en-US" altLang="ko-KR" sz="3200" dirty="0">
                <a:latin typeface="HY궁서" panose="02030600000101010101" pitchFamily="18" charset="-127"/>
                <a:ea typeface="HY궁서" panose="02030600000101010101" pitchFamily="18" charset="-127"/>
              </a:rPr>
              <a:t>)</a:t>
            </a:r>
            <a:endParaRPr lang="ko-KR" altLang="ko-KR" sz="3200" dirty="0">
              <a:latin typeface="HY궁서" panose="02030600000101010101" pitchFamily="18" charset="-127"/>
              <a:ea typeface="HY궁서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357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D4BA-C90D-C525-843B-F9592765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38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824A-6C9A-BB80-6476-79CDCC74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">
            <a:extLst>
              <a:ext uri="{FF2B5EF4-FFF2-40B4-BE49-F238E27FC236}">
                <a16:creationId xmlns:a16="http://schemas.microsoft.com/office/drawing/2014/main" id="{6A97D209-8CF3-DE7B-22AE-75DECD30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504659"/>
            <a:ext cx="11388437" cy="6025449"/>
          </a:xfrm>
          <a:prstGeom prst="rect">
            <a:avLst/>
          </a:prstGeom>
        </p:spPr>
      </p:pic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69FEBFF4-3194-D479-9520-D6C36E7DE69B}"/>
              </a:ext>
            </a:extLst>
          </p:cNvPr>
          <p:cNvSpPr/>
          <p:nvPr/>
        </p:nvSpPr>
        <p:spPr>
          <a:xfrm>
            <a:off x="6798060" y="3517383"/>
            <a:ext cx="3148554" cy="821987"/>
          </a:xfrm>
          <a:prstGeom prst="wedgeRectCallout">
            <a:avLst>
              <a:gd name="adj1" fmla="val -66698"/>
              <a:gd name="adj2" fmla="val -46449"/>
            </a:avLst>
          </a:prstGeom>
          <a:solidFill>
            <a:schemeClr val="bg2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회원이 직접 입력한 </a:t>
            </a:r>
            <a:r>
              <a:rPr lang="en-US" altLang="ko-KR" sz="1000" dirty="0">
                <a:solidFill>
                  <a:schemeClr val="tx1"/>
                </a:solidFill>
              </a:rPr>
              <a:t>ID, </a:t>
            </a:r>
            <a:r>
              <a:rPr lang="ko-KR" altLang="en-US" sz="1000" dirty="0">
                <a:solidFill>
                  <a:schemeClr val="tx1"/>
                </a:solidFill>
              </a:rPr>
              <a:t>패스워드로 로그인</a:t>
            </a:r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53A1144B-CE9C-2FD4-5CD1-C0C8DDAD0E01}"/>
              </a:ext>
            </a:extLst>
          </p:cNvPr>
          <p:cNvSpPr/>
          <p:nvPr/>
        </p:nvSpPr>
        <p:spPr>
          <a:xfrm>
            <a:off x="7943370" y="2407060"/>
            <a:ext cx="3148554" cy="821987"/>
          </a:xfrm>
          <a:prstGeom prst="wedgeRectCallout">
            <a:avLst>
              <a:gd name="adj1" fmla="val -2160"/>
              <a:gd name="adj2" fmla="val -218369"/>
            </a:avLst>
          </a:prstGeom>
          <a:solidFill>
            <a:schemeClr val="bg2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회원이 직접 입력한 </a:t>
            </a:r>
            <a:r>
              <a:rPr lang="en-US" altLang="ko-KR" sz="1000" dirty="0">
                <a:solidFill>
                  <a:schemeClr val="tx1"/>
                </a:solidFill>
              </a:rPr>
              <a:t>ID, </a:t>
            </a:r>
            <a:r>
              <a:rPr lang="ko-KR" altLang="en-US" sz="1000" dirty="0">
                <a:solidFill>
                  <a:schemeClr val="tx1"/>
                </a:solidFill>
              </a:rPr>
              <a:t>패스워드로 로그인</a:t>
            </a:r>
          </a:p>
        </p:txBody>
      </p:sp>
    </p:spTree>
    <p:extLst>
      <p:ext uri="{BB962C8B-B14F-4D97-AF65-F5344CB8AC3E}">
        <p14:creationId xmlns:p14="http://schemas.microsoft.com/office/powerpoint/2010/main" val="159702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소프트웨어, 컴퓨터 아이콘이(가) 표시된 사진">
            <a:extLst>
              <a:ext uri="{FF2B5EF4-FFF2-40B4-BE49-F238E27FC236}">
                <a16:creationId xmlns:a16="http://schemas.microsoft.com/office/drawing/2014/main" id="{90A907E8-E9F6-2FE6-47CA-5A1864A7D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82" y="397164"/>
            <a:ext cx="11129818" cy="621607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3196CE-7D24-F600-7446-ADDF7D85C40F}"/>
              </a:ext>
            </a:extLst>
          </p:cNvPr>
          <p:cNvSpPr/>
          <p:nvPr/>
        </p:nvSpPr>
        <p:spPr>
          <a:xfrm>
            <a:off x="4834647" y="2607013"/>
            <a:ext cx="2373549" cy="821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3EFDF1-06D0-5986-556E-9C8D686B406A}"/>
              </a:ext>
            </a:extLst>
          </p:cNvPr>
          <p:cNvSpPr/>
          <p:nvPr/>
        </p:nvSpPr>
        <p:spPr>
          <a:xfrm>
            <a:off x="4834647" y="3493655"/>
            <a:ext cx="2373549" cy="8219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11541C-AB58-9BA8-992E-B89022DA2C80}"/>
              </a:ext>
            </a:extLst>
          </p:cNvPr>
          <p:cNvSpPr/>
          <p:nvPr/>
        </p:nvSpPr>
        <p:spPr>
          <a:xfrm>
            <a:off x="4834647" y="4596271"/>
            <a:ext cx="2373549" cy="82198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B8BCCFB-0F07-5BD1-A1E4-96E68E5D206B}"/>
              </a:ext>
            </a:extLst>
          </p:cNvPr>
          <p:cNvGrpSpPr/>
          <p:nvPr/>
        </p:nvGrpSpPr>
        <p:grpSpPr>
          <a:xfrm>
            <a:off x="7777115" y="2597586"/>
            <a:ext cx="3148554" cy="2811244"/>
            <a:chOff x="7654564" y="2607013"/>
            <a:chExt cx="3148554" cy="2811244"/>
          </a:xfrm>
        </p:grpSpPr>
        <p:sp>
          <p:nvSpPr>
            <p:cNvPr id="16" name="말풍선: 사각형 15">
              <a:extLst>
                <a:ext uri="{FF2B5EF4-FFF2-40B4-BE49-F238E27FC236}">
                  <a16:creationId xmlns:a16="http://schemas.microsoft.com/office/drawing/2014/main" id="{8374074F-378F-7CA7-FB04-EE980BD36E43}"/>
                </a:ext>
              </a:extLst>
            </p:cNvPr>
            <p:cNvSpPr/>
            <p:nvPr/>
          </p:nvSpPr>
          <p:spPr>
            <a:xfrm>
              <a:off x="7654564" y="2607013"/>
              <a:ext cx="3148554" cy="821987"/>
            </a:xfrm>
            <a:prstGeom prst="wedgeRectCallout">
              <a:avLst>
                <a:gd name="adj1" fmla="val -66698"/>
                <a:gd name="adj2" fmla="val -46449"/>
              </a:avLst>
            </a:prstGeom>
            <a:solidFill>
              <a:schemeClr val="bg2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①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회원 구분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유가족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유가족대리인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장례식장 사무실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                    </a:t>
              </a:r>
              <a:r>
                <a:rPr lang="ko-KR" altLang="en-US" sz="1000" dirty="0">
                  <a:solidFill>
                    <a:schemeClr val="tx1"/>
                  </a:solidFill>
                </a:rPr>
                <a:t>상조회사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“5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초만에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빠른 회원가입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“ </a:t>
              </a:r>
              <a:r>
                <a:rPr lang="ko-KR" altLang="en-US" sz="1000" dirty="0">
                  <a:solidFill>
                    <a:schemeClr val="tx1"/>
                  </a:solidFill>
                </a:rPr>
                <a:t>버튼 클릭하면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회원 </a:t>
              </a:r>
              <a:r>
                <a:rPr lang="en-US" altLang="ko-KR" sz="1000" dirty="0">
                  <a:solidFill>
                    <a:schemeClr val="tx1"/>
                  </a:solidFill>
                </a:rPr>
                <a:t>ID.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패스워드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입력후</a:t>
              </a:r>
              <a:r>
                <a:rPr lang="ko-KR" altLang="en-US" sz="1000" dirty="0">
                  <a:solidFill>
                    <a:schemeClr val="tx1"/>
                  </a:solidFill>
                </a:rPr>
                <a:t> 회원 가입완료</a:t>
              </a:r>
            </a:p>
          </p:txBody>
        </p:sp>
        <p:sp>
          <p:nvSpPr>
            <p:cNvPr id="17" name="말풍선: 사각형 16">
              <a:extLst>
                <a:ext uri="{FF2B5EF4-FFF2-40B4-BE49-F238E27FC236}">
                  <a16:creationId xmlns:a16="http://schemas.microsoft.com/office/drawing/2014/main" id="{E91FF028-2361-11F9-4BF9-21ED7E92DFE5}"/>
                </a:ext>
              </a:extLst>
            </p:cNvPr>
            <p:cNvSpPr/>
            <p:nvPr/>
          </p:nvSpPr>
          <p:spPr>
            <a:xfrm>
              <a:off x="7654564" y="3505200"/>
              <a:ext cx="3148554" cy="821987"/>
            </a:xfrm>
            <a:prstGeom prst="wedgeRectCallout">
              <a:avLst>
                <a:gd name="adj1" fmla="val -66698"/>
                <a:gd name="adj2" fmla="val -46449"/>
              </a:avLst>
            </a:prstGeom>
            <a:solidFill>
              <a:schemeClr val="bg2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회원 가입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카카오톡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네이버 연동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                                   </a:t>
              </a:r>
              <a:r>
                <a:rPr lang="ko-KR" altLang="en-US" sz="1000" dirty="0">
                  <a:solidFill>
                    <a:schemeClr val="tx1"/>
                  </a:solidFill>
                </a:rPr>
                <a:t>가입 또는 로그인</a:t>
              </a:r>
            </a:p>
          </p:txBody>
        </p:sp>
        <p:sp>
          <p:nvSpPr>
            <p:cNvPr id="18" name="말풍선: 사각형 17">
              <a:extLst>
                <a:ext uri="{FF2B5EF4-FFF2-40B4-BE49-F238E27FC236}">
                  <a16:creationId xmlns:a16="http://schemas.microsoft.com/office/drawing/2014/main" id="{20F0F87F-60E3-8F44-13AE-12E382F64BFC}"/>
                </a:ext>
              </a:extLst>
            </p:cNvPr>
            <p:cNvSpPr/>
            <p:nvPr/>
          </p:nvSpPr>
          <p:spPr>
            <a:xfrm>
              <a:off x="7654564" y="4596270"/>
              <a:ext cx="3148554" cy="821987"/>
            </a:xfrm>
            <a:prstGeom prst="wedgeRectCallout">
              <a:avLst>
                <a:gd name="adj1" fmla="val -66698"/>
                <a:gd name="adj2" fmla="val -46449"/>
              </a:avLst>
            </a:prstGeom>
            <a:solidFill>
              <a:schemeClr val="bg2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회원이 직접 입력한 </a:t>
              </a:r>
              <a:r>
                <a:rPr lang="en-US" altLang="ko-KR" sz="1000" dirty="0">
                  <a:solidFill>
                    <a:schemeClr val="tx1"/>
                  </a:solidFill>
                </a:rPr>
                <a:t>ID,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패스워드로 로그인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890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DE6A-407A-96F1-6C03-368F06C9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010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52636-B70F-28CD-AAEE-46A230A6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7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A610B-4404-8343-F3E4-3747745D0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94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83FE-D43C-0EEA-B158-8E97111A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34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E212-081B-5A0F-83C2-4F5C53AB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3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CD6F-C9E9-7727-3B1B-90EF5F65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31B6-6A7B-8782-91BF-5D88051E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2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5D0A-0A30-564C-0BB3-A757DE48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43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6A26-9EFE-06DF-92DC-FAF16945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91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5811-1107-08A4-28EB-6BD22B91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174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2628-EB44-2201-89B5-4632F526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15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49A7-84B2-8475-B4F4-98BDA0CA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61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D4A4-5CA3-B6EB-3F83-68DDE5AB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659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6D7A-7505-5034-0797-986ABB88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50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B013-DE8A-B718-F14F-D930E4AF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122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32B8-4880-1B4A-A866-2C6B6540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684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97B6-3AA1-4D8E-6108-AD1B6E7D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647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9D71-E5BC-2A27-BDAE-ECFA981D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79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05C6-3696-E0C3-37AC-07BDEAB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17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FD03-F030-7722-6EFC-713F7CC3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360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2388-EEA9-3C43-A921-EB238651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811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10455-D67B-2D6A-9AA8-3C17D096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575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3477-D1D8-9364-400E-CBA25633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453107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7187</TotalTime>
  <Words>77</Words>
  <Application>Microsoft Office PowerPoint</Application>
  <PresentationFormat>와이드스크린</PresentationFormat>
  <Paragraphs>12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HY궁서</vt:lpstr>
      <vt:lpstr>맑은 고딕</vt:lpstr>
      <vt:lpstr>Arial</vt:lpstr>
      <vt:lpstr>Century Gothic</vt:lpstr>
      <vt:lpstr>Wingdings 3</vt:lpstr>
      <vt:lpstr>줄기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공간</dc:creator>
  <cp:lastModifiedBy>다원 공간</cp:lastModifiedBy>
  <cp:revision>3</cp:revision>
  <dcterms:created xsi:type="dcterms:W3CDTF">2026-01-25T13:04:00Z</dcterms:created>
  <dcterms:modified xsi:type="dcterms:W3CDTF">2026-01-30T12:51:35Z</dcterms:modified>
</cp:coreProperties>
</file>