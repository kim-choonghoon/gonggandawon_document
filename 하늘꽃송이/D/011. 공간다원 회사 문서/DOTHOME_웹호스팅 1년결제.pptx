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E3C8E6-935A-3B2F-B483-34A8A6E270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C1C93F3-7BF6-9B06-5A1C-ABCD5FC117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F238CF-0EA0-AA9B-3F26-3A04C5775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CCD92-BE31-49B5-98AF-4B09D37E2E2E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02C0D8-3F40-3997-C75D-CFE77E5B0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0C6970-1057-1C16-E4E1-468E1E055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AD331-7B76-4C46-B91F-08B0CEBE2D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3036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5E80C4-4D11-F640-D276-AE89F2DD8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169CD4-9FC2-F002-F3AA-FBBA01CBF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83C7AE-696B-521F-1664-7DFABE449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CCD92-BE31-49B5-98AF-4B09D37E2E2E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9D717B-453A-ACEB-B8A8-447682768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105D34-0E7A-DF4F-33D2-286C56CCE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AD331-7B76-4C46-B91F-08B0CEBE2D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6009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7BD98D-9C21-C915-C272-4FFD294CC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A0A1A7-6EEB-A63D-C6F6-22A9F3014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C0F20C-2A75-5AA9-330F-8BCF14B4D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CCD92-BE31-49B5-98AF-4B09D37E2E2E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661C97-1BF9-77EF-287F-E7196731F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39BBB2-C23A-CFFD-DC96-A49962192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AD331-7B76-4C46-B91F-08B0CEBE2D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5682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68CF93-218D-2CA0-4BE9-3F2D72970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16BAB0-C266-1548-0B49-2488AF9DC2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9D02AD1-899B-9C3D-B064-A608943913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AFD5360-7BC4-3BFB-47A6-B3F794C3D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CCD92-BE31-49B5-98AF-4B09D37E2E2E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D5F94F3-69F3-AF5F-FFE4-FB2A2D689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2E75E1-F026-87EC-E90A-9CB05D65A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AD331-7B76-4C46-B91F-08B0CEBE2D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9963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1A4197-9135-F24D-1233-FA63CEA83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C6FD3C-68F0-1670-ACA6-7C2921B75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3836DE-2AEE-411F-749C-CC95E45500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D7A82F8-39D0-F91E-C40D-E904A63888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561E5AE-3AD8-ACE8-4D1E-2A341E5A70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173DA75-F54F-E229-7E3B-F11B6FB5A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CCD92-BE31-49B5-98AF-4B09D37E2E2E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B1C4EEF-9FF5-4171-B59E-A59457019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87DD26A-BBD8-7F3F-0A47-20B45C90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AD331-7B76-4C46-B91F-08B0CEBE2D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088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AB39F6-E73A-BCC5-A5D3-34E72C109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89F5AC4-DCD5-8826-CA2A-C775D4BCC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CCD92-BE31-49B5-98AF-4B09D37E2E2E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9D7958-72C9-D0B3-E33E-A78811B33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17DD0E-26A8-793D-3813-569C44A3F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AD331-7B76-4C46-B91F-08B0CEBE2D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8886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F0E40B7-BE34-2B01-B012-3487F98F6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CCD92-BE31-49B5-98AF-4B09D37E2E2E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6A2613B-9651-10CE-C8FE-883593E35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C51433-3EE9-CC22-B51D-149965F61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AD331-7B76-4C46-B91F-08B0CEBE2D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6115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867D34-142C-BC76-C30F-66EABD540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FDEF59-0A8E-67D1-9933-D2FBF148B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00A329-99D8-3B0D-E29B-336EF63D31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A5E0B59-5BB0-46CA-358E-CC309B56D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CCD92-BE31-49B5-98AF-4B09D37E2E2E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20C682-5C9C-8994-B0B3-7F9D7A0D3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0E2CE7-2271-F45E-2108-963FA27B1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AD331-7B76-4C46-B91F-08B0CEBE2D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9499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34DBF5-CE3D-D8BE-81D4-2B10C87F4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7F841EF-BAA5-5DAB-33BD-3B16B4085C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3681DCB-7BBB-CAF0-6932-563AFED9D8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51DAFF-9D3B-E54F-BFE8-5C10DA60B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CCD92-BE31-49B5-98AF-4B09D37E2E2E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80768C-5B95-EBAB-B1A1-0238B83E5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16381D-634A-680B-A30B-EF26B986C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AD331-7B76-4C46-B91F-08B0CEBE2D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249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517D53-3F3A-D4F7-F2AC-AAA300FAE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82CED32-FEDA-F16D-E904-9A00BAEE3C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1AD5EF-2EBF-7973-4EA0-CED64E621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CCD92-BE31-49B5-98AF-4B09D37E2E2E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27357F-23B1-202F-4D00-1618B6EBE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297EFE-8BDE-1817-D6E7-C05A3B726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AD331-7B76-4C46-B91F-08B0CEBE2D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7768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18F8630-B67D-1B13-3124-DBD63B75A0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5350128-46FB-FA74-7B9D-58BCE29114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91A6E2-4C79-400F-9172-7165A1100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CCD92-BE31-49B5-98AF-4B09D37E2E2E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31BBCE-7A33-8E49-2619-03830DB17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1BB90B-AA9E-08B0-96B6-7B5FE771D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AD331-7B76-4C46-B91F-08B0CEBE2D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7855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4E32B6F-F819-9E88-CAA1-ECCBAC056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60B5CE-B28D-3A61-822A-A187AA3BB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C67A2F-EE8F-A8F7-B145-2BF6220F87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4CCD92-BE31-49B5-98AF-4B09D37E2E2E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252307-6328-0C48-A1AC-02DC8E0191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174E63-E0FE-417D-963B-0BF048B45E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AAD331-7B76-4C46-B91F-08B0CEBE2D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5046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047723D-5A8E-AE0D-807A-4B13CE03B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625" y="947391"/>
            <a:ext cx="8592749" cy="496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260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다원 공간</dc:creator>
  <cp:lastModifiedBy>다원 공간</cp:lastModifiedBy>
  <cp:revision>1</cp:revision>
  <dcterms:created xsi:type="dcterms:W3CDTF">2026-01-18T12:47:18Z</dcterms:created>
  <dcterms:modified xsi:type="dcterms:W3CDTF">2026-01-18T12:48:16Z</dcterms:modified>
</cp:coreProperties>
</file>