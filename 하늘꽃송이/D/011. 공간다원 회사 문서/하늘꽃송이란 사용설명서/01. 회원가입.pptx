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161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76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532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396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534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34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203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89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23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369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5035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233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0561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301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50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76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2026-02-17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629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8"/>
          <p:cNvGrpSpPr>
            <a:grpSpLocks/>
          </p:cNvGrpSpPr>
          <p:nvPr/>
        </p:nvGrpSpPr>
        <p:grpSpPr>
          <a:xfrm>
            <a:off x="304800" y="0"/>
            <a:ext cx="3663950" cy="6858635"/>
            <a:chOff x="2571115" y="0"/>
            <a:chExt cx="3663950" cy="6858635"/>
          </a:xfrm>
        </p:grpSpPr>
        <p:pic>
          <p:nvPicPr>
            <p:cNvPr id="2" name="그림 1" descr="C:/Users/gongg/AppData/Roaming/PolarisOffice/ETemp/23700_23804344/fImage522222841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1115" y="0"/>
              <a:ext cx="3663950" cy="6858635"/>
            </a:xfrm>
            <a:prstGeom prst="rect">
              <a:avLst/>
            </a:prstGeom>
            <a:noFill/>
          </p:spPr>
        </p:pic>
        <p:sp>
          <p:nvSpPr>
            <p:cNvPr id="3" name="도형 2"/>
            <p:cNvSpPr>
              <a:spLocks/>
            </p:cNvSpPr>
            <p:nvPr/>
          </p:nvSpPr>
          <p:spPr>
            <a:xfrm>
              <a:off x="3626485" y="6384290"/>
              <a:ext cx="640715" cy="400685"/>
            </a:xfrm>
            <a:prstGeom prst="rect">
              <a:avLst/>
            </a:pr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  <p:sp>
          <p:nvSpPr>
            <p:cNvPr id="4" name="도형 6"/>
            <p:cNvSpPr>
              <a:spLocks/>
            </p:cNvSpPr>
            <p:nvPr/>
          </p:nvSpPr>
          <p:spPr>
            <a:xfrm>
              <a:off x="2718435" y="2776220"/>
              <a:ext cx="3368040" cy="503555"/>
            </a:xfrm>
            <a:prstGeom prst="rect">
              <a:avLst/>
            </a:pr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hangingPunct="1"/>
              <a:endParaRPr lang="ko-KR" altLang="en-US" sz="1800">
                <a:latin typeface="맑은 고딕" charset="0"/>
                <a:ea typeface="맑은 고딕" charset="0"/>
              </a:endParaRPr>
            </a:p>
          </p:txBody>
        </p:sp>
      </p:grpSp>
      <p:pic>
        <p:nvPicPr>
          <p:cNvPr id="5" name="그림 7" descr="C:/Users/gongg/AppData/Roaming/PolarisOffice/ETemp/23700_23804344/fImage30891318467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165" y="120015"/>
            <a:ext cx="4241800" cy="6669405"/>
          </a:xfrm>
          <a:prstGeom prst="rect">
            <a:avLst/>
          </a:prstGeom>
          <a:noFill/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513A39E-F4DC-48C8-999F-D8F1134A2C0F}"/>
              </a:ext>
            </a:extLst>
          </p:cNvPr>
          <p:cNvSpPr/>
          <p:nvPr/>
        </p:nvSpPr>
        <p:spPr>
          <a:xfrm>
            <a:off x="8602824" y="345233"/>
            <a:ext cx="3489649" cy="6326155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02B0FE-04B5-44BC-BB04-CB561C613186}"/>
              </a:ext>
            </a:extLst>
          </p:cNvPr>
          <p:cNvSpPr txBox="1"/>
          <p:nvPr/>
        </p:nvSpPr>
        <p:spPr>
          <a:xfrm>
            <a:off x="8647923" y="415898"/>
            <a:ext cx="3464410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 </a:t>
            </a:r>
            <a:r>
              <a:rPr lang="ko-KR" altLang="en-US" sz="1000" dirty="0"/>
              <a:t>회원 구분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회원 가입시 반드시 </a:t>
            </a:r>
            <a:r>
              <a:rPr lang="ko-KR" altLang="en-US" sz="1000" dirty="0" err="1"/>
              <a:t>선택해야되는</a:t>
            </a:r>
            <a:r>
              <a:rPr lang="ko-KR" altLang="en-US" sz="1000" dirty="0"/>
              <a:t> 회원 유형 구분이다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     </a:t>
            </a:r>
            <a:r>
              <a:rPr lang="en-US" altLang="ko-KR" sz="1000" dirty="0"/>
              <a:t>- </a:t>
            </a:r>
            <a:r>
              <a:rPr lang="ko-KR" altLang="en-US" sz="1000" dirty="0"/>
              <a:t>유가족</a:t>
            </a:r>
            <a:r>
              <a:rPr lang="en-US" altLang="ko-KR" sz="1000" dirty="0"/>
              <a:t>, </a:t>
            </a:r>
            <a:r>
              <a:rPr lang="ko-KR" altLang="en-US" sz="1000" dirty="0"/>
              <a:t>유가족 대리인 </a:t>
            </a:r>
            <a:r>
              <a:rPr lang="en-US" altLang="ko-KR" sz="1000" dirty="0"/>
              <a:t>: </a:t>
            </a:r>
            <a:r>
              <a:rPr lang="ko-KR" altLang="en-US" sz="1000" dirty="0"/>
              <a:t>장례비 문의 고객일때</a:t>
            </a:r>
            <a:endParaRPr lang="en-US" altLang="ko-KR" sz="1000" dirty="0"/>
          </a:p>
          <a:p>
            <a:r>
              <a:rPr lang="en-US" altLang="ko-KR" sz="1000" dirty="0"/>
              <a:t>     - </a:t>
            </a:r>
            <a:r>
              <a:rPr lang="ko-KR" altLang="en-US" sz="1000" dirty="0"/>
              <a:t>상조회사 </a:t>
            </a:r>
            <a:r>
              <a:rPr lang="en-US" altLang="ko-KR" sz="1000" dirty="0"/>
              <a:t>: </a:t>
            </a:r>
            <a:r>
              <a:rPr lang="ko-KR" altLang="en-US" sz="1000" dirty="0"/>
              <a:t>장례 비용 견적 및 장례 진행 회사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200" b="1" dirty="0">
                <a:solidFill>
                  <a:srgbClr val="FF0000"/>
                </a:solidFill>
              </a:rPr>
              <a:t>② </a:t>
            </a:r>
            <a:r>
              <a:rPr lang="en-US" altLang="ko-KR" sz="1000" dirty="0"/>
              <a:t>5</a:t>
            </a:r>
            <a:r>
              <a:rPr lang="ko-KR" altLang="en-US" sz="1000" dirty="0" err="1"/>
              <a:t>초만에</a:t>
            </a:r>
            <a:r>
              <a:rPr lang="ko-KR" altLang="en-US" sz="1000" dirty="0"/>
              <a:t> 빠른 회원가입 버튼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간단 회원 가입을 </a:t>
            </a:r>
            <a:r>
              <a:rPr lang="en-US" altLang="ko-KR" sz="1000" dirty="0"/>
              <a:t>ID</a:t>
            </a:r>
            <a:r>
              <a:rPr lang="ko-KR" altLang="en-US" sz="1000" dirty="0"/>
              <a:t>와 패스워드를 직접 입력</a:t>
            </a:r>
            <a:r>
              <a:rPr lang="en-US" altLang="ko-KR" sz="1000" dirty="0"/>
              <a:t>,</a:t>
            </a:r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회원 가입 화면 호출 버튼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상조회사가 제시한 견적 목록을 조회하고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채택</a:t>
            </a:r>
            <a:r>
              <a:rPr lang="en-US" altLang="ko-KR" sz="1000" dirty="0"/>
              <a:t>,</a:t>
            </a:r>
            <a:r>
              <a:rPr lang="ko-KR" altLang="en-US" sz="1000" dirty="0"/>
              <a:t>채팅</a:t>
            </a:r>
            <a:r>
              <a:rPr lang="en-US" altLang="ko-KR" sz="1000" dirty="0"/>
              <a:t>, </a:t>
            </a:r>
            <a:r>
              <a:rPr lang="ko-KR" altLang="en-US" sz="1000" dirty="0"/>
              <a:t>결제</a:t>
            </a:r>
            <a:r>
              <a:rPr lang="en-US" altLang="ko-KR" sz="1000" dirty="0"/>
              <a:t>, </a:t>
            </a:r>
            <a:r>
              <a:rPr lang="ko-KR" altLang="en-US" sz="1000" dirty="0"/>
              <a:t>결제취소</a:t>
            </a:r>
            <a:r>
              <a:rPr lang="en-US" altLang="ko-KR" sz="1000" dirty="0"/>
              <a:t>,</a:t>
            </a:r>
            <a:r>
              <a:rPr lang="ko-KR" altLang="en-US" sz="1000" dirty="0"/>
              <a:t>계약</a:t>
            </a:r>
            <a:r>
              <a:rPr lang="en-US" altLang="ko-KR" sz="1000" dirty="0"/>
              <a:t>(</a:t>
            </a:r>
            <a:r>
              <a:rPr lang="ko-KR" altLang="en-US" sz="1000" dirty="0"/>
              <a:t>장례식</a:t>
            </a:r>
            <a:r>
              <a:rPr lang="en-US" altLang="ko-KR" sz="1000" dirty="0"/>
              <a:t>)</a:t>
            </a:r>
            <a:r>
              <a:rPr lang="ko-KR" altLang="en-US" sz="1000" dirty="0"/>
              <a:t>완료</a:t>
            </a:r>
            <a:r>
              <a:rPr lang="en-US" altLang="ko-KR" sz="1000" dirty="0"/>
              <a:t>, </a:t>
            </a:r>
            <a:r>
              <a:rPr lang="ko-KR" altLang="en-US" sz="1000" dirty="0"/>
              <a:t>채택</a:t>
            </a:r>
            <a:endParaRPr lang="en-US" altLang="ko-KR" sz="1000" dirty="0"/>
          </a:p>
          <a:p>
            <a:r>
              <a:rPr lang="en-US" altLang="ko-KR" sz="1000" dirty="0"/>
              <a:t>      </a:t>
            </a:r>
            <a:r>
              <a:rPr lang="ko-KR" altLang="en-US" sz="1000" dirty="0"/>
              <a:t>취소를 진행한다</a:t>
            </a:r>
            <a:r>
              <a:rPr lang="en-US" altLang="ko-KR" sz="1000" dirty="0"/>
              <a:t>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ko-KR" altLang="en-US" sz="1200" b="1" dirty="0">
                <a:solidFill>
                  <a:srgbClr val="FF0000"/>
                </a:solidFill>
              </a:rPr>
              <a:t>③ </a:t>
            </a:r>
            <a:r>
              <a:rPr lang="ko-KR" altLang="en-US" sz="1000" dirty="0"/>
              <a:t>빠른 회원가입 화면</a:t>
            </a:r>
            <a:endParaRPr lang="en-US" altLang="ko-KR" sz="1000" dirty="0"/>
          </a:p>
          <a:p>
            <a:r>
              <a:rPr lang="ko-KR" altLang="en-US" sz="1000" dirty="0"/>
              <a:t>     </a:t>
            </a:r>
            <a:r>
              <a:rPr lang="en-US" altLang="ko-KR" sz="1000" dirty="0"/>
              <a:t>- </a:t>
            </a:r>
            <a:r>
              <a:rPr lang="ko-KR" altLang="en-US" sz="1000" dirty="0"/>
              <a:t>회원 가입위한 회원 </a:t>
            </a:r>
            <a:r>
              <a:rPr lang="en-US" altLang="ko-KR" sz="1000" dirty="0"/>
              <a:t>ID, </a:t>
            </a:r>
            <a:r>
              <a:rPr lang="ko-KR" altLang="en-US" sz="1000" dirty="0"/>
              <a:t>패스워드</a:t>
            </a:r>
            <a:r>
              <a:rPr lang="en-US" altLang="ko-KR" sz="1000" dirty="0"/>
              <a:t>, </a:t>
            </a:r>
            <a:r>
              <a:rPr lang="ko-KR" altLang="en-US" sz="1000" dirty="0"/>
              <a:t>별명을 입력하고</a:t>
            </a:r>
            <a:endParaRPr lang="en-US" altLang="ko-KR" sz="1000" dirty="0"/>
          </a:p>
          <a:p>
            <a:r>
              <a:rPr lang="en-US" altLang="ko-KR" sz="1000" dirty="0"/>
              <a:t>     </a:t>
            </a:r>
            <a:r>
              <a:rPr lang="ko-KR" altLang="en-US" sz="1000" dirty="0"/>
              <a:t>  입력한 휴대전화로 인증을 받고 가입한다</a:t>
            </a:r>
            <a:r>
              <a:rPr lang="en-US" altLang="ko-KR" sz="1000"/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80FFCE-0DF4-4089-AA9F-EDCB45E62693}"/>
              </a:ext>
            </a:extLst>
          </p:cNvPr>
          <p:cNvSpPr txBox="1"/>
          <p:nvPr/>
        </p:nvSpPr>
        <p:spPr>
          <a:xfrm>
            <a:off x="340672" y="2093136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481A2-B470-4643-A868-21063E509513}"/>
              </a:ext>
            </a:extLst>
          </p:cNvPr>
          <p:cNvSpPr txBox="1"/>
          <p:nvPr/>
        </p:nvSpPr>
        <p:spPr>
          <a:xfrm>
            <a:off x="4080198" y="357088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1" name="도형 6">
            <a:extLst>
              <a:ext uri="{FF2B5EF4-FFF2-40B4-BE49-F238E27FC236}">
                <a16:creationId xmlns:a16="http://schemas.microsoft.com/office/drawing/2014/main" id="{40C93E30-4022-4DCD-8B7B-53B3D7DEFA2A}"/>
              </a:ext>
            </a:extLst>
          </p:cNvPr>
          <p:cNvSpPr>
            <a:spLocks/>
          </p:cNvSpPr>
          <p:nvPr/>
        </p:nvSpPr>
        <p:spPr>
          <a:xfrm>
            <a:off x="452120" y="2370135"/>
            <a:ext cx="3368040" cy="276999"/>
          </a:xfrm>
          <a:prstGeom prst="rect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187F4B-A0AC-4246-8AFC-E929A6FE293A}"/>
              </a:ext>
            </a:extLst>
          </p:cNvPr>
          <p:cNvSpPr txBox="1"/>
          <p:nvPr/>
        </p:nvSpPr>
        <p:spPr>
          <a:xfrm>
            <a:off x="188268" y="2609605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</p:sld>
</file>

<file path=ppt/theme/theme1.xml><?xml version="1.0" encoding="utf-8"?>
<a:theme xmlns:a="http://schemas.openxmlformats.org/drawingml/2006/main" name="줄기">
  <a:themeElements>
    <a:clrScheme name="줄기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줄기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줄기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</TotalTime>
  <Pages>1</Pages>
  <Words>107</Words>
  <Characters>0</Characters>
  <Application>Microsoft Office PowerPoint</Application>
  <DocSecurity>0</DocSecurity>
  <PresentationFormat>와이드스크린</PresentationFormat>
  <Lines>0</Lines>
  <Paragraphs>19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Century Gothic</vt:lpstr>
      <vt:lpstr>Wingdings 3</vt:lpstr>
      <vt:lpstr>줄기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chunggiwa</dc:creator>
  <cp:lastModifiedBy>ChoongHoon Kim</cp:lastModifiedBy>
  <cp:revision>4</cp:revision>
  <dcterms:modified xsi:type="dcterms:W3CDTF">2026-02-17T10:19:19Z</dcterms:modified>
  <cp:version>10.105.293.56114</cp:version>
</cp:coreProperties>
</file>