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3163-1A73-4F77-9E85-1A4A8B58A4BA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A7C5DD2-945C-4439-816D-B37B6AC0E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2053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3163-1A73-4F77-9E85-1A4A8B58A4BA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5DD2-945C-4439-816D-B37B6AC0E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68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3163-1A73-4F77-9E85-1A4A8B58A4BA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A7C5DD2-945C-4439-816D-B37B6AC0E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453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3163-1A73-4F77-9E85-1A4A8B58A4BA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A7C5DD2-945C-4439-816D-B37B6AC0E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517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3163-1A73-4F77-9E85-1A4A8B58A4BA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A7C5DD2-945C-4439-816D-B37B6AC0E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3791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3163-1A73-4F77-9E85-1A4A8B58A4BA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5DD2-945C-4439-816D-B37B6AC0E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417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3163-1A73-4F77-9E85-1A4A8B58A4BA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5DD2-945C-4439-816D-B37B6AC0E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687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3163-1A73-4F77-9E85-1A4A8B58A4BA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5DD2-945C-4439-816D-B37B6AC0E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977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3163-1A73-4F77-9E85-1A4A8B58A4BA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A7C5DD2-945C-4439-816D-B37B6AC0E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940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3163-1A73-4F77-9E85-1A4A8B58A4BA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A7C5DD2-945C-4439-816D-B37B6AC0E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853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3163-1A73-4F77-9E85-1A4A8B58A4BA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A7C5DD2-945C-4439-816D-B37B6AC0E33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1547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3163-1A73-4F77-9E85-1A4A8B58A4BA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A7C5DD2-945C-4439-816D-B37B6AC0E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128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3163-1A73-4F77-9E85-1A4A8B58A4BA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A7C5DD2-945C-4439-816D-B37B6AC0E33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8915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3163-1A73-4F77-9E85-1A4A8B58A4BA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A7C5DD2-945C-4439-816D-B37B6AC0E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6990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3163-1A73-4F77-9E85-1A4A8B58A4BA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5DD2-945C-4439-816D-B37B6AC0E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651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3163-1A73-4F77-9E85-1A4A8B58A4BA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5DD2-945C-4439-816D-B37B6AC0E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318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CA3163-1A73-4F77-9E85-1A4A8B58A4BA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A7C5DD2-945C-4439-816D-B37B6AC0E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1833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64BE5A22-CFB2-4556-802F-DFDD7B6562B5}"/>
              </a:ext>
            </a:extLst>
          </p:cNvPr>
          <p:cNvGrpSpPr/>
          <p:nvPr/>
        </p:nvGrpSpPr>
        <p:grpSpPr>
          <a:xfrm>
            <a:off x="301725" y="425322"/>
            <a:ext cx="8067684" cy="6153277"/>
            <a:chOff x="487991" y="797856"/>
            <a:chExt cx="9481936" cy="5051986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0CAE6FA2-FDBC-4DF7-B95E-56132FD3BEF0}"/>
                </a:ext>
              </a:extLst>
            </p:cNvPr>
            <p:cNvGrpSpPr/>
            <p:nvPr/>
          </p:nvGrpSpPr>
          <p:grpSpPr>
            <a:xfrm>
              <a:off x="487991" y="797856"/>
              <a:ext cx="4690320" cy="1440824"/>
              <a:chOff x="1174466" y="946007"/>
              <a:chExt cx="4690320" cy="1440824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863AEAAC-A304-4811-A23E-358D6CCA4C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74466" y="971711"/>
                <a:ext cx="4690320" cy="1415120"/>
              </a:xfrm>
              <a:prstGeom prst="rect">
                <a:avLst/>
              </a:prstGeom>
            </p:spPr>
          </p:pic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261F6076-0AEB-4A89-AD0B-D2FC5AFC202E}"/>
                  </a:ext>
                </a:extLst>
              </p:cNvPr>
              <p:cNvSpPr/>
              <p:nvPr/>
            </p:nvSpPr>
            <p:spPr>
              <a:xfrm>
                <a:off x="1174466" y="946007"/>
                <a:ext cx="4589025" cy="1415119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94A62507-A95A-40AF-ABC1-EE3F2ED910FF}"/>
                </a:ext>
              </a:extLst>
            </p:cNvPr>
            <p:cNvGrpSpPr/>
            <p:nvPr/>
          </p:nvGrpSpPr>
          <p:grpSpPr>
            <a:xfrm>
              <a:off x="5178311" y="797856"/>
              <a:ext cx="4791615" cy="1452630"/>
              <a:chOff x="6136237" y="934201"/>
              <a:chExt cx="4791615" cy="1452630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10BDDEA0-465A-41C2-B192-71EC6BD9BE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37532" y="1022271"/>
                <a:ext cx="4690320" cy="1364560"/>
              </a:xfrm>
              <a:prstGeom prst="rect">
                <a:avLst/>
              </a:prstGeom>
            </p:spPr>
          </p:pic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45242371-DEFB-4606-AA6F-E493743D4FA1}"/>
                  </a:ext>
                </a:extLst>
              </p:cNvPr>
              <p:cNvSpPr/>
              <p:nvPr/>
            </p:nvSpPr>
            <p:spPr>
              <a:xfrm>
                <a:off x="6136237" y="934201"/>
                <a:ext cx="4791615" cy="1426925"/>
              </a:xfrm>
              <a:prstGeom prst="rect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EFE31E22-103F-42EF-8354-25FA143B05A9}"/>
                </a:ext>
              </a:extLst>
            </p:cNvPr>
            <p:cNvGrpSpPr/>
            <p:nvPr/>
          </p:nvGrpSpPr>
          <p:grpSpPr>
            <a:xfrm>
              <a:off x="487991" y="2352343"/>
              <a:ext cx="4589025" cy="3437702"/>
              <a:chOff x="1123818" y="2676771"/>
              <a:chExt cx="4740968" cy="3437702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6A15329C-0CE6-4D8F-9F01-4F261E0211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74466" y="2702476"/>
                <a:ext cx="4690320" cy="3308090"/>
              </a:xfrm>
              <a:prstGeom prst="rect">
                <a:avLst/>
              </a:prstGeom>
            </p:spPr>
          </p:pic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7D6CCC66-6778-4668-82B0-D5C652AE2BDD}"/>
                  </a:ext>
                </a:extLst>
              </p:cNvPr>
              <p:cNvSpPr/>
              <p:nvPr/>
            </p:nvSpPr>
            <p:spPr>
              <a:xfrm>
                <a:off x="1123818" y="2676771"/>
                <a:ext cx="4690321" cy="3437702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6881425-9FE1-407B-A0EE-695291360013}"/>
                </a:ext>
              </a:extLst>
            </p:cNvPr>
            <p:cNvGrpSpPr/>
            <p:nvPr/>
          </p:nvGrpSpPr>
          <p:grpSpPr>
            <a:xfrm>
              <a:off x="5178311" y="2312851"/>
              <a:ext cx="4791616" cy="3536991"/>
              <a:chOff x="6136237" y="2577481"/>
              <a:chExt cx="4791616" cy="3536991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158F3D95-58EF-4420-9FA6-09E53F76E4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37533" y="2702477"/>
                <a:ext cx="4690320" cy="3308090"/>
              </a:xfrm>
              <a:prstGeom prst="rect">
                <a:avLst/>
              </a:prstGeom>
            </p:spPr>
          </p:pic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7878E98C-CF74-42D9-A6C7-0A36D23781CC}"/>
                  </a:ext>
                </a:extLst>
              </p:cNvPr>
              <p:cNvSpPr/>
              <p:nvPr/>
            </p:nvSpPr>
            <p:spPr>
              <a:xfrm>
                <a:off x="6136237" y="2577481"/>
                <a:ext cx="4791615" cy="3536991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6489D7A-D58A-4480-9467-0C981F4C04D4}"/>
              </a:ext>
            </a:extLst>
          </p:cNvPr>
          <p:cNvSpPr/>
          <p:nvPr/>
        </p:nvSpPr>
        <p:spPr>
          <a:xfrm>
            <a:off x="8602824" y="345233"/>
            <a:ext cx="3489649" cy="6326155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7E2A4E-C6C4-4B3D-B410-A72DEE8B26E6}"/>
              </a:ext>
            </a:extLst>
          </p:cNvPr>
          <p:cNvSpPr txBox="1"/>
          <p:nvPr/>
        </p:nvSpPr>
        <p:spPr>
          <a:xfrm>
            <a:off x="8647923" y="415898"/>
            <a:ext cx="2919389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①</a:t>
            </a:r>
            <a:r>
              <a:rPr lang="ko-KR" altLang="en-US" sz="1000" dirty="0"/>
              <a:t> 현재 상황 선택</a:t>
            </a:r>
            <a:endParaRPr lang="en-US" altLang="ko-KR" sz="1000" dirty="0"/>
          </a:p>
          <a:p>
            <a:r>
              <a:rPr lang="en-US" altLang="ko-KR" sz="1000" dirty="0"/>
              <a:t>      - </a:t>
            </a:r>
            <a:r>
              <a:rPr lang="ko-KR" altLang="en-US" sz="1000" dirty="0"/>
              <a:t>지금 임종</a:t>
            </a:r>
            <a:endParaRPr lang="en-US" altLang="ko-KR" sz="1000" dirty="0"/>
          </a:p>
          <a:p>
            <a:r>
              <a:rPr lang="en-US" altLang="ko-KR" sz="1000" dirty="0"/>
              <a:t>      - </a:t>
            </a:r>
            <a:r>
              <a:rPr lang="ko-KR" altLang="en-US" sz="1000" dirty="0"/>
              <a:t>임종 준비중</a:t>
            </a:r>
            <a:endParaRPr lang="en-US" altLang="ko-KR" sz="1000" dirty="0"/>
          </a:p>
          <a:p>
            <a:r>
              <a:rPr lang="en-US" altLang="ko-KR" sz="1000" dirty="0"/>
              <a:t>      - </a:t>
            </a:r>
            <a:r>
              <a:rPr lang="ko-KR" altLang="en-US" sz="1000" dirty="0"/>
              <a:t>사전 문의</a:t>
            </a:r>
            <a:r>
              <a:rPr lang="en-US" altLang="ko-KR" sz="1000" dirty="0"/>
              <a:t>/</a:t>
            </a:r>
            <a:r>
              <a:rPr lang="ko-KR" altLang="en-US" sz="1000" dirty="0"/>
              <a:t>미리 알아보기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200" b="1" dirty="0">
                <a:solidFill>
                  <a:srgbClr val="FF0000"/>
                </a:solidFill>
              </a:rPr>
              <a:t>② </a:t>
            </a:r>
            <a:r>
              <a:rPr lang="ko-KR" altLang="en-US" sz="1000" dirty="0"/>
              <a:t>장례 방법 선택</a:t>
            </a:r>
            <a:endParaRPr lang="en-US" altLang="ko-KR" sz="1000" dirty="0"/>
          </a:p>
          <a:p>
            <a:r>
              <a:rPr lang="en-US" altLang="ko-KR" sz="1000" dirty="0"/>
              <a:t>     - </a:t>
            </a:r>
            <a:r>
              <a:rPr lang="ko-KR" altLang="en-US" sz="1000" dirty="0" err="1"/>
              <a:t>무빈소</a:t>
            </a:r>
            <a:endParaRPr lang="en-US" altLang="ko-KR" sz="1000" dirty="0"/>
          </a:p>
          <a:p>
            <a:r>
              <a:rPr lang="en-US" altLang="ko-KR" sz="1000" dirty="0"/>
              <a:t>     - </a:t>
            </a:r>
            <a:r>
              <a:rPr lang="ko-KR" altLang="en-US" sz="1000" dirty="0"/>
              <a:t>빈소 사용</a:t>
            </a:r>
            <a:endParaRPr lang="en-US" altLang="ko-KR" sz="1000" dirty="0"/>
          </a:p>
          <a:p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ko-KR" altLang="en-US" sz="1200" b="1" dirty="0">
                <a:solidFill>
                  <a:srgbClr val="FF0000"/>
                </a:solidFill>
              </a:rPr>
              <a:t>③</a:t>
            </a:r>
            <a:r>
              <a:rPr lang="ko-KR" altLang="en-US" sz="1000" dirty="0"/>
              <a:t> 고객과의 관계</a:t>
            </a:r>
            <a:endParaRPr lang="en-US" altLang="ko-KR" sz="1000" dirty="0"/>
          </a:p>
          <a:p>
            <a:r>
              <a:rPr lang="ko-KR" altLang="en-US" sz="1000" dirty="0"/>
              <a:t>     채택</a:t>
            </a:r>
            <a:r>
              <a:rPr lang="en-US" altLang="ko-KR" sz="1000" dirty="0"/>
              <a:t>,</a:t>
            </a:r>
            <a:r>
              <a:rPr lang="ko-KR" altLang="en-US" sz="1000" dirty="0"/>
              <a:t>채팅</a:t>
            </a:r>
            <a:r>
              <a:rPr lang="en-US" altLang="ko-KR" sz="1000" dirty="0"/>
              <a:t>, </a:t>
            </a:r>
            <a:r>
              <a:rPr lang="ko-KR" altLang="en-US" sz="1000" dirty="0"/>
              <a:t>결제</a:t>
            </a:r>
            <a:r>
              <a:rPr lang="en-US" altLang="ko-KR" sz="1000" dirty="0"/>
              <a:t>, </a:t>
            </a:r>
            <a:r>
              <a:rPr lang="ko-KR" altLang="en-US" sz="1000" dirty="0"/>
              <a:t>결제취소</a:t>
            </a:r>
            <a:r>
              <a:rPr lang="en-US" altLang="ko-KR" sz="1000" dirty="0"/>
              <a:t>,</a:t>
            </a:r>
            <a:r>
              <a:rPr lang="ko-KR" altLang="en-US" sz="1000" dirty="0"/>
              <a:t>계약</a:t>
            </a:r>
            <a:r>
              <a:rPr lang="en-US" altLang="ko-KR" sz="1000" dirty="0"/>
              <a:t>(</a:t>
            </a:r>
            <a:r>
              <a:rPr lang="ko-KR" altLang="en-US" sz="1000" dirty="0"/>
              <a:t>장례식</a:t>
            </a:r>
            <a:r>
              <a:rPr lang="en-US" altLang="ko-KR" sz="1000" dirty="0"/>
              <a:t>)</a:t>
            </a:r>
            <a:r>
              <a:rPr lang="ko-KR" altLang="en-US" sz="1000" dirty="0"/>
              <a:t>완료</a:t>
            </a:r>
            <a:r>
              <a:rPr lang="en-US" altLang="ko-KR" sz="1000" dirty="0"/>
              <a:t>, </a:t>
            </a:r>
          </a:p>
          <a:p>
            <a:r>
              <a:rPr lang="en-US" altLang="ko-KR" sz="1000" dirty="0"/>
              <a:t>     </a:t>
            </a:r>
            <a:r>
              <a:rPr lang="ko-KR" altLang="en-US" sz="1000" dirty="0"/>
              <a:t>채택</a:t>
            </a:r>
            <a:r>
              <a:rPr lang="en-US" altLang="ko-KR" sz="1000" dirty="0"/>
              <a:t> </a:t>
            </a:r>
            <a:r>
              <a:rPr lang="ko-KR" altLang="en-US" sz="1000" dirty="0"/>
              <a:t>취소</a:t>
            </a:r>
            <a:endParaRPr lang="en-US" altLang="ko-KR" sz="1000" dirty="0"/>
          </a:p>
          <a:p>
            <a:endParaRPr lang="en-US" altLang="ko-KR" sz="1000" b="1" dirty="0">
              <a:solidFill>
                <a:srgbClr val="FF0000"/>
              </a:solidFill>
            </a:endParaRPr>
          </a:p>
          <a:p>
            <a:r>
              <a:rPr lang="ko-KR" altLang="en-US" sz="1200" b="1" dirty="0">
                <a:solidFill>
                  <a:srgbClr val="FF0000"/>
                </a:solidFill>
              </a:rPr>
              <a:t>④</a:t>
            </a:r>
            <a:r>
              <a:rPr lang="ko-KR" altLang="en-US" sz="1000" dirty="0"/>
              <a:t> 상주 성명</a:t>
            </a:r>
            <a:endParaRPr lang="en-US" altLang="ko-KR" sz="1000" dirty="0"/>
          </a:p>
          <a:p>
            <a:r>
              <a:rPr lang="ko-KR" altLang="en-US" sz="1200" b="1" dirty="0">
                <a:solidFill>
                  <a:srgbClr val="FF0000"/>
                </a:solidFill>
              </a:rPr>
              <a:t>⑤</a:t>
            </a:r>
            <a:r>
              <a:rPr lang="ko-KR" altLang="en-US" sz="1000" dirty="0"/>
              <a:t> 신청인 주 연락처</a:t>
            </a:r>
            <a:endParaRPr lang="en-US" altLang="ko-KR" sz="1000" dirty="0"/>
          </a:p>
          <a:p>
            <a:r>
              <a:rPr lang="ko-KR" altLang="en-US" sz="1200" b="1" dirty="0">
                <a:solidFill>
                  <a:srgbClr val="FF0000"/>
                </a:solidFill>
              </a:rPr>
              <a:t>⑥</a:t>
            </a:r>
            <a:r>
              <a:rPr lang="ko-KR" altLang="en-US" sz="1000" dirty="0"/>
              <a:t> 신청인 보조 연락처</a:t>
            </a:r>
            <a:endParaRPr lang="en-US" altLang="ko-KR" sz="1000" dirty="0"/>
          </a:p>
          <a:p>
            <a:r>
              <a:rPr lang="ko-KR" altLang="en-US" sz="1200" b="1" dirty="0">
                <a:solidFill>
                  <a:srgbClr val="FF0000"/>
                </a:solidFill>
              </a:rPr>
              <a:t>⑨</a:t>
            </a:r>
            <a:r>
              <a:rPr lang="ko-KR" altLang="en-US" sz="1000" dirty="0"/>
              <a:t> 고인 종교 선택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38204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D3A3D97C-3A02-45C9-A186-01ABEF9F1FC8}"/>
              </a:ext>
            </a:extLst>
          </p:cNvPr>
          <p:cNvGrpSpPr/>
          <p:nvPr/>
        </p:nvGrpSpPr>
        <p:grpSpPr>
          <a:xfrm>
            <a:off x="320022" y="161979"/>
            <a:ext cx="7943445" cy="6399688"/>
            <a:chOff x="303089" y="627645"/>
            <a:chExt cx="6928983" cy="558218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75A3DF6-294E-4E70-AA5F-61F022012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3089" y="627645"/>
              <a:ext cx="3548473" cy="1207746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94DDCE-D91A-41E7-93D0-F45796FA9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66998" y="781136"/>
              <a:ext cx="3065074" cy="3193807"/>
            </a:xfrm>
            <a:prstGeom prst="rect">
              <a:avLst/>
            </a:prstGeom>
          </p:spPr>
        </p:pic>
        <p:cxnSp>
          <p:nvCxnSpPr>
            <p:cNvPr id="8" name="연결선: 꺾임 7">
              <a:extLst>
                <a:ext uri="{FF2B5EF4-FFF2-40B4-BE49-F238E27FC236}">
                  <a16:creationId xmlns:a16="http://schemas.microsoft.com/office/drawing/2014/main" id="{99C70855-5BE1-4F99-B74F-B4D045149335}"/>
                </a:ext>
              </a:extLst>
            </p:cNvPr>
            <p:cNvCxnSpPr>
              <a:cxnSpLocks/>
              <a:stCxn id="11" idx="2"/>
              <a:endCxn id="15" idx="0"/>
            </p:cNvCxnSpPr>
            <p:nvPr/>
          </p:nvCxnSpPr>
          <p:spPr>
            <a:xfrm rot="5400000">
              <a:off x="2355248" y="1234386"/>
              <a:ext cx="1242687" cy="1408198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연결선: 꺾임 8">
              <a:extLst>
                <a:ext uri="{FF2B5EF4-FFF2-40B4-BE49-F238E27FC236}">
                  <a16:creationId xmlns:a16="http://schemas.microsoft.com/office/drawing/2014/main" id="{C39608F3-FBCA-4748-9DB9-581C7DF61E68}"/>
                </a:ext>
              </a:extLst>
            </p:cNvPr>
            <p:cNvCxnSpPr>
              <a:cxnSpLocks/>
              <a:stCxn id="10" idx="3"/>
              <a:endCxn id="7" idx="1"/>
            </p:cNvCxnSpPr>
            <p:nvPr/>
          </p:nvCxnSpPr>
          <p:spPr>
            <a:xfrm>
              <a:off x="3851562" y="893950"/>
              <a:ext cx="315436" cy="1484090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C9E9D82-8BE3-4EB0-A4F2-5828C797FA0A}"/>
                </a:ext>
              </a:extLst>
            </p:cNvPr>
            <p:cNvSpPr/>
            <p:nvPr/>
          </p:nvSpPr>
          <p:spPr>
            <a:xfrm>
              <a:off x="312325" y="771900"/>
              <a:ext cx="3539237" cy="24409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1C382FF-8B9C-4ECA-B3E2-432D44AC37EE}"/>
                </a:ext>
              </a:extLst>
            </p:cNvPr>
            <p:cNvSpPr/>
            <p:nvPr/>
          </p:nvSpPr>
          <p:spPr>
            <a:xfrm>
              <a:off x="3509817" y="1073043"/>
              <a:ext cx="341745" cy="244099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E29B78AE-9C95-4D2C-B940-5F9309A5C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4294" y="2559829"/>
              <a:ext cx="2816395" cy="3650000"/>
            </a:xfrm>
            <a:prstGeom prst="rect">
              <a:avLst/>
            </a:prstGeom>
          </p:spPr>
        </p:pic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E405B1C-EDD4-433C-875F-4F375C5BDB57}"/>
              </a:ext>
            </a:extLst>
          </p:cNvPr>
          <p:cNvSpPr/>
          <p:nvPr/>
        </p:nvSpPr>
        <p:spPr>
          <a:xfrm>
            <a:off x="864292" y="2585230"/>
            <a:ext cx="2725575" cy="24409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7BF398F-3673-4A71-996A-635E41381BE2}"/>
              </a:ext>
            </a:extLst>
          </p:cNvPr>
          <p:cNvGrpSpPr/>
          <p:nvPr/>
        </p:nvGrpSpPr>
        <p:grpSpPr>
          <a:xfrm>
            <a:off x="3897141" y="5079887"/>
            <a:ext cx="4366326" cy="674578"/>
            <a:chOff x="7564441" y="2498333"/>
            <a:chExt cx="4366326" cy="674578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99AC03A4-AD6B-4454-9945-49D27DD2A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64441" y="2498333"/>
              <a:ext cx="4366326" cy="661991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C68A8EE-4516-42AF-90DB-1A0544CC33BC}"/>
                </a:ext>
              </a:extLst>
            </p:cNvPr>
            <p:cNvSpPr/>
            <p:nvPr/>
          </p:nvSpPr>
          <p:spPr>
            <a:xfrm>
              <a:off x="7564441" y="2501683"/>
              <a:ext cx="4366326" cy="671228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B786BEF-86D8-489B-BF36-C80B3C134215}"/>
              </a:ext>
            </a:extLst>
          </p:cNvPr>
          <p:cNvSpPr/>
          <p:nvPr/>
        </p:nvSpPr>
        <p:spPr>
          <a:xfrm>
            <a:off x="8602824" y="345233"/>
            <a:ext cx="3489649" cy="6326155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2725A2-3F4F-462F-9650-3F8A6812DE19}"/>
              </a:ext>
            </a:extLst>
          </p:cNvPr>
          <p:cNvSpPr txBox="1"/>
          <p:nvPr/>
        </p:nvSpPr>
        <p:spPr>
          <a:xfrm>
            <a:off x="8647923" y="415898"/>
            <a:ext cx="3211135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① </a:t>
            </a:r>
            <a:r>
              <a:rPr lang="ko-KR" altLang="en-US" sz="1000" dirty="0"/>
              <a:t>고객 감동 후기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계약</a:t>
            </a:r>
            <a:r>
              <a:rPr lang="en-US" altLang="ko-KR" sz="1000" dirty="0"/>
              <a:t>(</a:t>
            </a:r>
            <a:r>
              <a:rPr lang="ko-KR" altLang="en-US" sz="1000" dirty="0"/>
              <a:t>장례식</a:t>
            </a:r>
            <a:r>
              <a:rPr lang="en-US" altLang="ko-KR" sz="1000" dirty="0"/>
              <a:t>)</a:t>
            </a:r>
            <a:r>
              <a:rPr lang="ko-KR" altLang="en-US" sz="1000" dirty="0"/>
              <a:t>완료된 장례비용 문의 정보와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상조회사 견적에 대해 유가족이 상조 회사에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댓글과 평점을 등록한다</a:t>
            </a:r>
            <a:r>
              <a:rPr lang="en-US" altLang="ko-KR" sz="1000" dirty="0"/>
              <a:t>.</a:t>
            </a:r>
          </a:p>
          <a:p>
            <a:endParaRPr lang="en-US" altLang="ko-KR" sz="1000" dirty="0"/>
          </a:p>
          <a:p>
            <a:r>
              <a:rPr lang="ko-KR" altLang="en-US" sz="1200" b="1" dirty="0">
                <a:solidFill>
                  <a:srgbClr val="FF0000"/>
                </a:solidFill>
              </a:rPr>
              <a:t>② </a:t>
            </a:r>
            <a:r>
              <a:rPr lang="ko-KR" altLang="en-US" sz="1000" dirty="0"/>
              <a:t>상조회사 견적 조회 및 견적 채택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유가족 장례비용 문의 정보에 대해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상조회사가 제시한 견적 목록을 조회하고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채택</a:t>
            </a:r>
            <a:r>
              <a:rPr lang="en-US" altLang="ko-KR" sz="1000" dirty="0"/>
              <a:t>,</a:t>
            </a:r>
            <a:r>
              <a:rPr lang="ko-KR" altLang="en-US" sz="1000" dirty="0"/>
              <a:t>채팅</a:t>
            </a:r>
            <a:r>
              <a:rPr lang="en-US" altLang="ko-KR" sz="1000" dirty="0"/>
              <a:t>, </a:t>
            </a:r>
            <a:r>
              <a:rPr lang="ko-KR" altLang="en-US" sz="1000" dirty="0"/>
              <a:t>결제</a:t>
            </a:r>
            <a:r>
              <a:rPr lang="en-US" altLang="ko-KR" sz="1000" dirty="0"/>
              <a:t>, </a:t>
            </a:r>
            <a:r>
              <a:rPr lang="ko-KR" altLang="en-US" sz="1000" dirty="0"/>
              <a:t>결제취소</a:t>
            </a:r>
            <a:r>
              <a:rPr lang="en-US" altLang="ko-KR" sz="1000" dirty="0"/>
              <a:t>,</a:t>
            </a:r>
            <a:r>
              <a:rPr lang="ko-KR" altLang="en-US" sz="1000" dirty="0"/>
              <a:t>계약</a:t>
            </a:r>
            <a:r>
              <a:rPr lang="en-US" altLang="ko-KR" sz="1000" dirty="0"/>
              <a:t>(</a:t>
            </a:r>
            <a:r>
              <a:rPr lang="ko-KR" altLang="en-US" sz="1000" dirty="0"/>
              <a:t>장례식</a:t>
            </a:r>
            <a:r>
              <a:rPr lang="en-US" altLang="ko-KR" sz="1000" dirty="0"/>
              <a:t>)</a:t>
            </a:r>
            <a:r>
              <a:rPr lang="ko-KR" altLang="en-US" sz="1000" dirty="0"/>
              <a:t>완료</a:t>
            </a:r>
            <a:r>
              <a:rPr lang="en-US" altLang="ko-KR" sz="1000" dirty="0"/>
              <a:t>, </a:t>
            </a:r>
            <a:r>
              <a:rPr lang="ko-KR" altLang="en-US" sz="1000" dirty="0"/>
              <a:t>채택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취소를 진행한다</a:t>
            </a:r>
            <a:r>
              <a:rPr lang="en-US" altLang="ko-KR" sz="1000" dirty="0"/>
              <a:t>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ko-KR" altLang="en-US" sz="1200" b="1" dirty="0">
                <a:solidFill>
                  <a:srgbClr val="FF0000"/>
                </a:solidFill>
              </a:rPr>
              <a:t>③</a:t>
            </a:r>
            <a:r>
              <a:rPr lang="ko-KR" altLang="en-US" sz="1000" dirty="0"/>
              <a:t> 진행 버튼</a:t>
            </a:r>
            <a:endParaRPr lang="en-US" altLang="ko-KR" sz="1000" dirty="0"/>
          </a:p>
          <a:p>
            <a:r>
              <a:rPr lang="ko-KR" altLang="en-US" sz="1000" dirty="0"/>
              <a:t>     채택</a:t>
            </a:r>
            <a:r>
              <a:rPr lang="en-US" altLang="ko-KR" sz="1000" dirty="0"/>
              <a:t>,</a:t>
            </a:r>
            <a:r>
              <a:rPr lang="ko-KR" altLang="en-US" sz="1000" dirty="0"/>
              <a:t>채팅</a:t>
            </a:r>
            <a:r>
              <a:rPr lang="en-US" altLang="ko-KR" sz="1000" dirty="0"/>
              <a:t>, </a:t>
            </a:r>
            <a:r>
              <a:rPr lang="ko-KR" altLang="en-US" sz="1000" dirty="0"/>
              <a:t>결제</a:t>
            </a:r>
            <a:r>
              <a:rPr lang="en-US" altLang="ko-KR" sz="1000" dirty="0"/>
              <a:t>, </a:t>
            </a:r>
            <a:r>
              <a:rPr lang="ko-KR" altLang="en-US" sz="1000" dirty="0"/>
              <a:t>결제취소</a:t>
            </a:r>
            <a:r>
              <a:rPr lang="en-US" altLang="ko-KR" sz="1000" dirty="0"/>
              <a:t>,</a:t>
            </a:r>
            <a:r>
              <a:rPr lang="ko-KR" altLang="en-US" sz="1000" dirty="0"/>
              <a:t>계약</a:t>
            </a:r>
            <a:r>
              <a:rPr lang="en-US" altLang="ko-KR" sz="1000" dirty="0"/>
              <a:t>(</a:t>
            </a:r>
            <a:r>
              <a:rPr lang="ko-KR" altLang="en-US" sz="1000" dirty="0"/>
              <a:t>장례식</a:t>
            </a:r>
            <a:r>
              <a:rPr lang="en-US" altLang="ko-KR" sz="1000" dirty="0"/>
              <a:t>)</a:t>
            </a:r>
            <a:r>
              <a:rPr lang="ko-KR" altLang="en-US" sz="1000" dirty="0"/>
              <a:t>완료</a:t>
            </a:r>
            <a:r>
              <a:rPr lang="en-US" altLang="ko-KR" sz="1000" dirty="0"/>
              <a:t>, </a:t>
            </a:r>
          </a:p>
          <a:p>
            <a:r>
              <a:rPr lang="en-US" altLang="ko-KR" sz="1000" dirty="0"/>
              <a:t>     </a:t>
            </a:r>
            <a:r>
              <a:rPr lang="ko-KR" altLang="en-US" sz="1000" dirty="0"/>
              <a:t>채택</a:t>
            </a:r>
            <a:r>
              <a:rPr lang="en-US" altLang="ko-KR" sz="1000" dirty="0"/>
              <a:t> </a:t>
            </a:r>
            <a:r>
              <a:rPr lang="ko-KR" altLang="en-US" sz="1000" dirty="0"/>
              <a:t>취소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553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808A3211-8ED5-4917-BA53-1763491A1827}"/>
              </a:ext>
            </a:extLst>
          </p:cNvPr>
          <p:cNvGrpSpPr/>
          <p:nvPr/>
        </p:nvGrpSpPr>
        <p:grpSpPr>
          <a:xfrm>
            <a:off x="420274" y="231103"/>
            <a:ext cx="7182165" cy="5900754"/>
            <a:chOff x="1834207" y="239570"/>
            <a:chExt cx="7182165" cy="590075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1C9EF2FD-7D31-4EB4-8BFE-70FC01AF8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30026" y="406703"/>
              <a:ext cx="2386346" cy="2381583"/>
            </a:xfrm>
            <a:prstGeom prst="rect">
              <a:avLst/>
            </a:prstGeom>
          </p:spPr>
        </p:pic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A7C123B6-F1A6-4572-BD5A-7A94EC4962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34208" y="239570"/>
              <a:ext cx="4261792" cy="1448049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F72435F-CAED-4324-BBFA-DAB0DEE4F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30026" y="3225800"/>
              <a:ext cx="2386346" cy="2914524"/>
            </a:xfrm>
            <a:prstGeom prst="rect">
              <a:avLst/>
            </a:prstGeom>
          </p:spPr>
        </p:pic>
        <p:cxnSp>
          <p:nvCxnSpPr>
            <p:cNvPr id="7" name="연결선: 꺾임 6">
              <a:extLst>
                <a:ext uri="{FF2B5EF4-FFF2-40B4-BE49-F238E27FC236}">
                  <a16:creationId xmlns:a16="http://schemas.microsoft.com/office/drawing/2014/main" id="{260BFC49-F495-4326-B5E7-70C2B225B6E8}"/>
                </a:ext>
              </a:extLst>
            </p:cNvPr>
            <p:cNvCxnSpPr>
              <a:cxnSpLocks/>
              <a:stCxn id="10" idx="2"/>
              <a:endCxn id="5" idx="1"/>
            </p:cNvCxnSpPr>
            <p:nvPr/>
          </p:nvCxnSpPr>
          <p:spPr>
            <a:xfrm rot="16200000" flipH="1">
              <a:off x="4438565" y="2491600"/>
              <a:ext cx="3604973" cy="777949"/>
            </a:xfrm>
            <a:prstGeom prst="bentConnector2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연결선: 꺾임 7">
              <a:extLst>
                <a:ext uri="{FF2B5EF4-FFF2-40B4-BE49-F238E27FC236}">
                  <a16:creationId xmlns:a16="http://schemas.microsoft.com/office/drawing/2014/main" id="{8F65F23C-9FDE-42D7-B45B-5281B08B0CDE}"/>
                </a:ext>
              </a:extLst>
            </p:cNvPr>
            <p:cNvCxnSpPr>
              <a:cxnSpLocks/>
              <a:stCxn id="9" idx="3"/>
              <a:endCxn id="3" idx="1"/>
            </p:cNvCxnSpPr>
            <p:nvPr/>
          </p:nvCxnSpPr>
          <p:spPr>
            <a:xfrm>
              <a:off x="6095998" y="564082"/>
              <a:ext cx="534028" cy="1033413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A8D3CDB-5DF7-4A1B-ADC6-258E39D21674}"/>
                </a:ext>
              </a:extLst>
            </p:cNvPr>
            <p:cNvSpPr/>
            <p:nvPr/>
          </p:nvSpPr>
          <p:spPr>
            <a:xfrm>
              <a:off x="1834207" y="405607"/>
              <a:ext cx="4261791" cy="31695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8D7791C-7D93-4D84-88BB-5BD4CC75C4C2}"/>
                </a:ext>
              </a:extLst>
            </p:cNvPr>
            <p:cNvSpPr/>
            <p:nvPr/>
          </p:nvSpPr>
          <p:spPr>
            <a:xfrm>
              <a:off x="5608155" y="761139"/>
              <a:ext cx="487843" cy="316950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3A7DC78-343F-428E-934B-86FE4DE6C156}"/>
              </a:ext>
            </a:extLst>
          </p:cNvPr>
          <p:cNvSpPr/>
          <p:nvPr/>
        </p:nvSpPr>
        <p:spPr>
          <a:xfrm>
            <a:off x="8602824" y="345233"/>
            <a:ext cx="3489649" cy="6326155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70BD11-2A8A-4A17-95AD-438F7800D318}"/>
              </a:ext>
            </a:extLst>
          </p:cNvPr>
          <p:cNvSpPr txBox="1"/>
          <p:nvPr/>
        </p:nvSpPr>
        <p:spPr>
          <a:xfrm>
            <a:off x="8647923" y="415898"/>
            <a:ext cx="3211135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① </a:t>
            </a:r>
            <a:r>
              <a:rPr lang="ko-KR" altLang="en-US" sz="1000" dirty="0"/>
              <a:t>고객 감동 후기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계약</a:t>
            </a:r>
            <a:r>
              <a:rPr lang="en-US" altLang="ko-KR" sz="1000" dirty="0"/>
              <a:t>(</a:t>
            </a:r>
            <a:r>
              <a:rPr lang="ko-KR" altLang="en-US" sz="1000" dirty="0"/>
              <a:t>장례식</a:t>
            </a:r>
            <a:r>
              <a:rPr lang="en-US" altLang="ko-KR" sz="1000" dirty="0"/>
              <a:t>)</a:t>
            </a:r>
            <a:r>
              <a:rPr lang="ko-KR" altLang="en-US" sz="1000" dirty="0"/>
              <a:t>완료된 장례비용 문의 정보와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상조회사 견적에 대해 유가족이 상조 회사에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댓글과 평점을 등록한다</a:t>
            </a:r>
            <a:r>
              <a:rPr lang="en-US" altLang="ko-KR" sz="1000" dirty="0"/>
              <a:t>.</a:t>
            </a:r>
          </a:p>
          <a:p>
            <a:endParaRPr lang="en-US" altLang="ko-KR" sz="1000" dirty="0"/>
          </a:p>
          <a:p>
            <a:r>
              <a:rPr lang="ko-KR" altLang="en-US" sz="1200" b="1" dirty="0">
                <a:solidFill>
                  <a:srgbClr val="FF0000"/>
                </a:solidFill>
              </a:rPr>
              <a:t>② </a:t>
            </a:r>
            <a:r>
              <a:rPr lang="ko-KR" altLang="en-US" sz="1000" dirty="0"/>
              <a:t>상조회사 견적 조회 및 견적 채택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유가족 장례비용 문의 정보에 대해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상조회사가 제시한 견적 목록을 조회하고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채택</a:t>
            </a:r>
            <a:r>
              <a:rPr lang="en-US" altLang="ko-KR" sz="1000" dirty="0"/>
              <a:t>,</a:t>
            </a:r>
            <a:r>
              <a:rPr lang="ko-KR" altLang="en-US" sz="1000" dirty="0"/>
              <a:t>채팅</a:t>
            </a:r>
            <a:r>
              <a:rPr lang="en-US" altLang="ko-KR" sz="1000" dirty="0"/>
              <a:t>, </a:t>
            </a:r>
            <a:r>
              <a:rPr lang="ko-KR" altLang="en-US" sz="1000" dirty="0"/>
              <a:t>결제</a:t>
            </a:r>
            <a:r>
              <a:rPr lang="en-US" altLang="ko-KR" sz="1000" dirty="0"/>
              <a:t>, </a:t>
            </a:r>
            <a:r>
              <a:rPr lang="ko-KR" altLang="en-US" sz="1000" dirty="0"/>
              <a:t>결제취소</a:t>
            </a:r>
            <a:r>
              <a:rPr lang="en-US" altLang="ko-KR" sz="1000" dirty="0"/>
              <a:t>,</a:t>
            </a:r>
            <a:r>
              <a:rPr lang="ko-KR" altLang="en-US" sz="1000" dirty="0"/>
              <a:t>계약</a:t>
            </a:r>
            <a:r>
              <a:rPr lang="en-US" altLang="ko-KR" sz="1000" dirty="0"/>
              <a:t>(</a:t>
            </a:r>
            <a:r>
              <a:rPr lang="ko-KR" altLang="en-US" sz="1000" dirty="0"/>
              <a:t>장례식</a:t>
            </a:r>
            <a:r>
              <a:rPr lang="en-US" altLang="ko-KR" sz="1000" dirty="0"/>
              <a:t>)</a:t>
            </a:r>
            <a:r>
              <a:rPr lang="ko-KR" altLang="en-US" sz="1000" dirty="0"/>
              <a:t>완료</a:t>
            </a:r>
            <a:r>
              <a:rPr lang="en-US" altLang="ko-KR" sz="1000" dirty="0"/>
              <a:t>, </a:t>
            </a:r>
            <a:r>
              <a:rPr lang="ko-KR" altLang="en-US" sz="1000" dirty="0"/>
              <a:t>채택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취소를 진행한다</a:t>
            </a:r>
            <a:r>
              <a:rPr lang="en-US" altLang="ko-KR" sz="1000" dirty="0"/>
              <a:t>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ko-KR" altLang="en-US" sz="1200" b="1" dirty="0">
                <a:solidFill>
                  <a:srgbClr val="FF0000"/>
                </a:solidFill>
              </a:rPr>
              <a:t>③</a:t>
            </a:r>
            <a:r>
              <a:rPr lang="ko-KR" altLang="en-US" sz="1000" dirty="0"/>
              <a:t> 진행 버튼</a:t>
            </a:r>
            <a:endParaRPr lang="en-US" altLang="ko-KR" sz="1000" dirty="0"/>
          </a:p>
          <a:p>
            <a:r>
              <a:rPr lang="ko-KR" altLang="en-US" sz="1000" dirty="0"/>
              <a:t>     채택</a:t>
            </a:r>
            <a:r>
              <a:rPr lang="en-US" altLang="ko-KR" sz="1000" dirty="0"/>
              <a:t>,</a:t>
            </a:r>
            <a:r>
              <a:rPr lang="ko-KR" altLang="en-US" sz="1000" dirty="0"/>
              <a:t>채팅</a:t>
            </a:r>
            <a:r>
              <a:rPr lang="en-US" altLang="ko-KR" sz="1000" dirty="0"/>
              <a:t>, </a:t>
            </a:r>
            <a:r>
              <a:rPr lang="ko-KR" altLang="en-US" sz="1000" dirty="0"/>
              <a:t>결제</a:t>
            </a:r>
            <a:r>
              <a:rPr lang="en-US" altLang="ko-KR" sz="1000" dirty="0"/>
              <a:t>, </a:t>
            </a:r>
            <a:r>
              <a:rPr lang="ko-KR" altLang="en-US" sz="1000" dirty="0"/>
              <a:t>결제취소</a:t>
            </a:r>
            <a:r>
              <a:rPr lang="en-US" altLang="ko-KR" sz="1000" dirty="0"/>
              <a:t>,</a:t>
            </a:r>
            <a:r>
              <a:rPr lang="ko-KR" altLang="en-US" sz="1000" dirty="0"/>
              <a:t>계약</a:t>
            </a:r>
            <a:r>
              <a:rPr lang="en-US" altLang="ko-KR" sz="1000" dirty="0"/>
              <a:t>(</a:t>
            </a:r>
            <a:r>
              <a:rPr lang="ko-KR" altLang="en-US" sz="1000" dirty="0"/>
              <a:t>장례식</a:t>
            </a:r>
            <a:r>
              <a:rPr lang="en-US" altLang="ko-KR" sz="1000" dirty="0"/>
              <a:t>)</a:t>
            </a:r>
            <a:r>
              <a:rPr lang="ko-KR" altLang="en-US" sz="1000" dirty="0"/>
              <a:t>완료</a:t>
            </a:r>
            <a:r>
              <a:rPr lang="en-US" altLang="ko-KR" sz="1000" dirty="0"/>
              <a:t>, </a:t>
            </a:r>
          </a:p>
          <a:p>
            <a:r>
              <a:rPr lang="en-US" altLang="ko-KR" sz="1000" dirty="0"/>
              <a:t>     </a:t>
            </a:r>
            <a:r>
              <a:rPr lang="ko-KR" altLang="en-US" sz="1000" dirty="0"/>
              <a:t>채택</a:t>
            </a:r>
            <a:r>
              <a:rPr lang="en-US" altLang="ko-KR" sz="1000" dirty="0"/>
              <a:t> </a:t>
            </a:r>
            <a:r>
              <a:rPr lang="ko-KR" altLang="en-US" sz="1000" dirty="0"/>
              <a:t>취소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282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5C25A1F-993C-4130-A175-3DC12E06C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111" y="415898"/>
            <a:ext cx="5925377" cy="2391109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D7F994A0-7068-46D0-9C8A-D87F02BEF90D}"/>
              </a:ext>
            </a:extLst>
          </p:cNvPr>
          <p:cNvSpPr/>
          <p:nvPr/>
        </p:nvSpPr>
        <p:spPr>
          <a:xfrm>
            <a:off x="8602824" y="345233"/>
            <a:ext cx="3489649" cy="6326155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A09864-A6DA-4884-B220-A28CB1237DD2}"/>
              </a:ext>
            </a:extLst>
          </p:cNvPr>
          <p:cNvSpPr txBox="1"/>
          <p:nvPr/>
        </p:nvSpPr>
        <p:spPr>
          <a:xfrm>
            <a:off x="8647923" y="415898"/>
            <a:ext cx="3211135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① </a:t>
            </a:r>
            <a:r>
              <a:rPr lang="ko-KR" altLang="en-US" sz="1000" dirty="0"/>
              <a:t>고객 감동 후기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계약</a:t>
            </a:r>
            <a:r>
              <a:rPr lang="en-US" altLang="ko-KR" sz="1000" dirty="0"/>
              <a:t>(</a:t>
            </a:r>
            <a:r>
              <a:rPr lang="ko-KR" altLang="en-US" sz="1000" dirty="0"/>
              <a:t>장례식</a:t>
            </a:r>
            <a:r>
              <a:rPr lang="en-US" altLang="ko-KR" sz="1000" dirty="0"/>
              <a:t>)</a:t>
            </a:r>
            <a:r>
              <a:rPr lang="ko-KR" altLang="en-US" sz="1000" dirty="0"/>
              <a:t>완료된 장례비용 문의 정보와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상조회사 견적에 대해 유가족이 상조 회사에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댓글과 평점을 등록한다</a:t>
            </a:r>
            <a:r>
              <a:rPr lang="en-US" altLang="ko-KR" sz="1000" dirty="0"/>
              <a:t>.</a:t>
            </a:r>
          </a:p>
          <a:p>
            <a:endParaRPr lang="en-US" altLang="ko-KR" sz="1000" dirty="0"/>
          </a:p>
          <a:p>
            <a:r>
              <a:rPr lang="ko-KR" altLang="en-US" sz="1200" b="1" dirty="0">
                <a:solidFill>
                  <a:srgbClr val="FF0000"/>
                </a:solidFill>
              </a:rPr>
              <a:t>② </a:t>
            </a:r>
            <a:r>
              <a:rPr lang="ko-KR" altLang="en-US" sz="1000" dirty="0"/>
              <a:t>상조회사 견적 조회 및 견적 채택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유가족 장례비용 문의 정보에 대해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상조회사가 제시한 견적 목록을 조회하고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채택</a:t>
            </a:r>
            <a:r>
              <a:rPr lang="en-US" altLang="ko-KR" sz="1000" dirty="0"/>
              <a:t>,</a:t>
            </a:r>
            <a:r>
              <a:rPr lang="ko-KR" altLang="en-US" sz="1000" dirty="0"/>
              <a:t>채팅</a:t>
            </a:r>
            <a:r>
              <a:rPr lang="en-US" altLang="ko-KR" sz="1000" dirty="0"/>
              <a:t>, </a:t>
            </a:r>
            <a:r>
              <a:rPr lang="ko-KR" altLang="en-US" sz="1000" dirty="0"/>
              <a:t>결제</a:t>
            </a:r>
            <a:r>
              <a:rPr lang="en-US" altLang="ko-KR" sz="1000" dirty="0"/>
              <a:t>, </a:t>
            </a:r>
            <a:r>
              <a:rPr lang="ko-KR" altLang="en-US" sz="1000" dirty="0"/>
              <a:t>결제취소</a:t>
            </a:r>
            <a:r>
              <a:rPr lang="en-US" altLang="ko-KR" sz="1000" dirty="0"/>
              <a:t>,</a:t>
            </a:r>
            <a:r>
              <a:rPr lang="ko-KR" altLang="en-US" sz="1000" dirty="0"/>
              <a:t>계약</a:t>
            </a:r>
            <a:r>
              <a:rPr lang="en-US" altLang="ko-KR" sz="1000" dirty="0"/>
              <a:t>(</a:t>
            </a:r>
            <a:r>
              <a:rPr lang="ko-KR" altLang="en-US" sz="1000" dirty="0"/>
              <a:t>장례식</a:t>
            </a:r>
            <a:r>
              <a:rPr lang="en-US" altLang="ko-KR" sz="1000" dirty="0"/>
              <a:t>)</a:t>
            </a:r>
            <a:r>
              <a:rPr lang="ko-KR" altLang="en-US" sz="1000" dirty="0"/>
              <a:t>완료</a:t>
            </a:r>
            <a:r>
              <a:rPr lang="en-US" altLang="ko-KR" sz="1000" dirty="0"/>
              <a:t>, </a:t>
            </a:r>
            <a:r>
              <a:rPr lang="ko-KR" altLang="en-US" sz="1000" dirty="0"/>
              <a:t>채택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취소를 진행한다</a:t>
            </a:r>
            <a:r>
              <a:rPr lang="en-US" altLang="ko-KR" sz="1000" dirty="0"/>
              <a:t>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ko-KR" altLang="en-US" sz="1200" b="1" dirty="0">
                <a:solidFill>
                  <a:srgbClr val="FF0000"/>
                </a:solidFill>
              </a:rPr>
              <a:t>③</a:t>
            </a:r>
            <a:r>
              <a:rPr lang="ko-KR" altLang="en-US" sz="1000" dirty="0"/>
              <a:t> 진행 버튼</a:t>
            </a:r>
            <a:endParaRPr lang="en-US" altLang="ko-KR" sz="1000" dirty="0"/>
          </a:p>
          <a:p>
            <a:r>
              <a:rPr lang="ko-KR" altLang="en-US" sz="1000" dirty="0"/>
              <a:t>     채택</a:t>
            </a:r>
            <a:r>
              <a:rPr lang="en-US" altLang="ko-KR" sz="1000" dirty="0"/>
              <a:t>,</a:t>
            </a:r>
            <a:r>
              <a:rPr lang="ko-KR" altLang="en-US" sz="1000" dirty="0"/>
              <a:t>채팅</a:t>
            </a:r>
            <a:r>
              <a:rPr lang="en-US" altLang="ko-KR" sz="1000" dirty="0"/>
              <a:t>, </a:t>
            </a:r>
            <a:r>
              <a:rPr lang="ko-KR" altLang="en-US" sz="1000" dirty="0"/>
              <a:t>결제</a:t>
            </a:r>
            <a:r>
              <a:rPr lang="en-US" altLang="ko-KR" sz="1000" dirty="0"/>
              <a:t>, </a:t>
            </a:r>
            <a:r>
              <a:rPr lang="ko-KR" altLang="en-US" sz="1000" dirty="0"/>
              <a:t>결제취소</a:t>
            </a:r>
            <a:r>
              <a:rPr lang="en-US" altLang="ko-KR" sz="1000" dirty="0"/>
              <a:t>,</a:t>
            </a:r>
            <a:r>
              <a:rPr lang="ko-KR" altLang="en-US" sz="1000" dirty="0"/>
              <a:t>계약</a:t>
            </a:r>
            <a:r>
              <a:rPr lang="en-US" altLang="ko-KR" sz="1000" dirty="0"/>
              <a:t>(</a:t>
            </a:r>
            <a:r>
              <a:rPr lang="ko-KR" altLang="en-US" sz="1000" dirty="0"/>
              <a:t>장례식</a:t>
            </a:r>
            <a:r>
              <a:rPr lang="en-US" altLang="ko-KR" sz="1000" dirty="0"/>
              <a:t>)</a:t>
            </a:r>
            <a:r>
              <a:rPr lang="ko-KR" altLang="en-US" sz="1000" dirty="0"/>
              <a:t>완료</a:t>
            </a:r>
            <a:r>
              <a:rPr lang="en-US" altLang="ko-KR" sz="1000" dirty="0"/>
              <a:t>, </a:t>
            </a:r>
          </a:p>
          <a:p>
            <a:r>
              <a:rPr lang="en-US" altLang="ko-KR" sz="1000" dirty="0"/>
              <a:t>     </a:t>
            </a:r>
            <a:r>
              <a:rPr lang="ko-KR" altLang="en-US" sz="1000" dirty="0"/>
              <a:t>채택</a:t>
            </a:r>
            <a:r>
              <a:rPr lang="en-US" altLang="ko-KR" sz="1000" dirty="0"/>
              <a:t> </a:t>
            </a:r>
            <a:r>
              <a:rPr lang="ko-KR" altLang="en-US" sz="1000" dirty="0"/>
              <a:t>취소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198137"/>
      </p:ext>
    </p:extLst>
  </p:cSld>
  <p:clrMapOvr>
    <a:masterClrMapping/>
  </p:clrMapOvr>
</p:sld>
</file>

<file path=ppt/theme/theme1.xml><?xml version="1.0" encoding="utf-8"?>
<a:theme xmlns:a="http://schemas.openxmlformats.org/drawingml/2006/main" name="줄기">
  <a:themeElements>
    <a:clrScheme name="줄기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줄기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줄기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1462</TotalTime>
  <Words>321</Words>
  <Application>Microsoft Office PowerPoint</Application>
  <PresentationFormat>와이드스크린</PresentationFormat>
  <Paragraphs>59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줄기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ChoongHoon Kim</dc:creator>
  <cp:lastModifiedBy>ChoongHoon Kim</cp:lastModifiedBy>
  <cp:revision>3</cp:revision>
  <dcterms:created xsi:type="dcterms:W3CDTF">2026-02-15T10:39:03Z</dcterms:created>
  <dcterms:modified xsi:type="dcterms:W3CDTF">2026-02-18T01:09:24Z</dcterms:modified>
</cp:coreProperties>
</file>