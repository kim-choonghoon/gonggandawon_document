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89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1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52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2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5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47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2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82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11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812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62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8171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141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765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86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40AE9-6526-44B1-B1AD-C642A028021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167A3EA-ABFB-48CC-845D-82E78CCA4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4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5CEBDBE-6675-4838-8E19-A47D695C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54" y="269775"/>
            <a:ext cx="8072535" cy="640161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BFA3989-A571-4D4E-AD5A-53AFBE79E13C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9B4AC6-F389-4B66-A60F-D5EA2B205C26}"/>
              </a:ext>
            </a:extLst>
          </p:cNvPr>
          <p:cNvSpPr/>
          <p:nvPr/>
        </p:nvSpPr>
        <p:spPr>
          <a:xfrm>
            <a:off x="3321698" y="737118"/>
            <a:ext cx="1017037" cy="373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00FD3-E237-4823-A8AE-F937B1F57FA7}"/>
              </a:ext>
            </a:extLst>
          </p:cNvPr>
          <p:cNvSpPr/>
          <p:nvPr/>
        </p:nvSpPr>
        <p:spPr>
          <a:xfrm>
            <a:off x="506963" y="4677747"/>
            <a:ext cx="3831772" cy="78066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E6576C-7DAC-4D2E-85CE-6C5710E97DE8}"/>
              </a:ext>
            </a:extLst>
          </p:cNvPr>
          <p:cNvSpPr/>
          <p:nvPr/>
        </p:nvSpPr>
        <p:spPr>
          <a:xfrm>
            <a:off x="4410269" y="1452466"/>
            <a:ext cx="3831772" cy="87085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C1AE4F-5945-4D10-8FB0-2E1B9DC8CF56}"/>
              </a:ext>
            </a:extLst>
          </p:cNvPr>
          <p:cNvSpPr/>
          <p:nvPr/>
        </p:nvSpPr>
        <p:spPr>
          <a:xfrm>
            <a:off x="4348066" y="2416629"/>
            <a:ext cx="3648269" cy="49452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DA75956-686E-4A34-9439-E9724D3E3B2B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2021633" y="2289111"/>
            <a:ext cx="2789853" cy="1987420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9AD12C-3479-4487-87C6-3C068E990F58}"/>
              </a:ext>
            </a:extLst>
          </p:cNvPr>
          <p:cNvSpPr txBox="1"/>
          <p:nvPr/>
        </p:nvSpPr>
        <p:spPr>
          <a:xfrm>
            <a:off x="361880" y="440716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C9AE2-FD99-4C04-9881-3D4537CCD6A1}"/>
              </a:ext>
            </a:extLst>
          </p:cNvPr>
          <p:cNvSpPr txBox="1"/>
          <p:nvPr/>
        </p:nvSpPr>
        <p:spPr>
          <a:xfrm>
            <a:off x="8647923" y="415898"/>
            <a:ext cx="321113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고객 감동 후기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완료된 장례비용 문의 정보와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견적에 대해 유가족이 상조 회사에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댓글과 평점을 등록한다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ko-KR" altLang="en-US" sz="1000" dirty="0"/>
              <a:t>상조회사 견적 조회 및 견적 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유가족 장례비용 문의 정보에 대해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상조회사가 제시한 견적 목록을 조회하고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  <a:r>
              <a:rPr lang="ko-KR" altLang="en-US" sz="1000" dirty="0"/>
              <a:t>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취소를 진행한다</a:t>
            </a:r>
            <a:r>
              <a:rPr lang="en-US" altLang="ko-KR" sz="1000" dirty="0"/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r>
              <a:rPr lang="ko-KR" altLang="en-US" sz="1000" dirty="0"/>
              <a:t> 진행 버튼</a:t>
            </a:r>
            <a:endParaRPr lang="en-US" altLang="ko-KR" sz="1000" dirty="0"/>
          </a:p>
          <a:p>
            <a:r>
              <a:rPr lang="ko-KR" altLang="en-US" sz="1000" dirty="0"/>
              <a:t>     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 </a:t>
            </a:r>
            <a:r>
              <a:rPr lang="ko-KR" altLang="en-US" sz="1000" dirty="0"/>
              <a:t>취소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6BEA74-B111-49E0-A818-CBB7C6757826}"/>
              </a:ext>
            </a:extLst>
          </p:cNvPr>
          <p:cNvSpPr txBox="1"/>
          <p:nvPr/>
        </p:nvSpPr>
        <p:spPr>
          <a:xfrm>
            <a:off x="3035242" y="62377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28495-75FD-4516-98CC-C303C16CF217}"/>
              </a:ext>
            </a:extLst>
          </p:cNvPr>
          <p:cNvSpPr txBox="1"/>
          <p:nvPr/>
        </p:nvSpPr>
        <p:spPr>
          <a:xfrm>
            <a:off x="4077387" y="2335262"/>
            <a:ext cx="296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88558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1733</TotalTime>
  <Words>88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줄기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ChoongHoon Kim</dc:creator>
  <cp:lastModifiedBy>ChoongHoon Kim</cp:lastModifiedBy>
  <cp:revision>1</cp:revision>
  <dcterms:created xsi:type="dcterms:W3CDTF">2026-02-16T03:38:47Z</dcterms:created>
  <dcterms:modified xsi:type="dcterms:W3CDTF">2026-02-17T08:32:25Z</dcterms:modified>
</cp:coreProperties>
</file>