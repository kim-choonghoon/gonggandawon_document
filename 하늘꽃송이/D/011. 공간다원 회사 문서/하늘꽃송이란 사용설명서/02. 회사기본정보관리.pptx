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6"/>
  </p:notesMasterIdLst>
  <p:handoutMasterIdLst>
    <p:handoutMasterId r:id="rId7"/>
  </p:handoutMasterIdLst>
  <p:sldIdLst>
    <p:sldId id="256" r:id="rId2"/>
    <p:sldId id="261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95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91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21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80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62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8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48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1096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978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5733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316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1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24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2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C:/Users/gongg/AppData/Roaming/PolarisOffice/ETemp/21064_19137848/fImage26792284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62" y="276225"/>
            <a:ext cx="7608571" cy="639550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E78DBD-A633-48EE-939C-F2301428F943}"/>
              </a:ext>
            </a:extLst>
          </p:cNvPr>
          <p:cNvSpPr txBox="1"/>
          <p:nvPr/>
        </p:nvSpPr>
        <p:spPr>
          <a:xfrm>
            <a:off x="3466931" y="70328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BB002B-A779-4011-B51F-8BD53F4A1A4C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37B95-72B7-44B6-8BC8-DD0F94AEBFB8}"/>
              </a:ext>
            </a:extLst>
          </p:cNvPr>
          <p:cNvSpPr txBox="1"/>
          <p:nvPr/>
        </p:nvSpPr>
        <p:spPr>
          <a:xfrm>
            <a:off x="8647923" y="415898"/>
            <a:ext cx="3414717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  <a:r>
              <a:rPr lang="ko-KR" altLang="en-US" sz="1200" dirty="0"/>
              <a:t> </a:t>
            </a:r>
            <a:r>
              <a:rPr lang="ko-KR" altLang="en-US" sz="1000" dirty="0"/>
              <a:t>회사 기본 정보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 기본 정보를 입력한다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기업유형 </a:t>
            </a:r>
            <a:r>
              <a:rPr lang="en-US" altLang="ko-KR" sz="1000" dirty="0"/>
              <a:t>: </a:t>
            </a:r>
            <a:r>
              <a:rPr lang="ko-KR" altLang="en-US" sz="1000" dirty="0"/>
              <a:t>개인</a:t>
            </a:r>
            <a:r>
              <a:rPr lang="en-US" altLang="ko-KR" sz="1000" dirty="0"/>
              <a:t>, </a:t>
            </a:r>
            <a:r>
              <a:rPr lang="ko-KR" altLang="en-US" sz="1000" dirty="0"/>
              <a:t>법인 구분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회사명 </a:t>
            </a:r>
            <a:r>
              <a:rPr lang="en-US" altLang="ko-KR" sz="1000" dirty="0"/>
              <a:t>: </a:t>
            </a:r>
            <a:r>
              <a:rPr lang="ko-KR" altLang="en-US" sz="1000" dirty="0"/>
              <a:t>상조회사 명칭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사업자등록번호 </a:t>
            </a:r>
            <a:r>
              <a:rPr lang="en-US" altLang="ko-KR" sz="1000" dirty="0"/>
              <a:t>: </a:t>
            </a:r>
            <a:r>
              <a:rPr lang="ko-KR" altLang="en-US" sz="1000" dirty="0"/>
              <a:t>중복 등록 여부와 국세청과 연계</a:t>
            </a:r>
            <a:endParaRPr lang="en-US" altLang="ko-KR" sz="1000" dirty="0"/>
          </a:p>
          <a:p>
            <a:r>
              <a:rPr lang="en-US" altLang="ko-KR" sz="1000" dirty="0"/>
              <a:t>                                     </a:t>
            </a:r>
            <a:r>
              <a:rPr lang="ko-KR" altLang="en-US" sz="1000" dirty="0"/>
              <a:t>휴</a:t>
            </a:r>
            <a:r>
              <a:rPr lang="en-US" altLang="ko-KR" sz="1000" dirty="0"/>
              <a:t>/</a:t>
            </a:r>
            <a:r>
              <a:rPr lang="ko-KR" altLang="en-US" sz="1000" dirty="0"/>
              <a:t>폐업 여부</a:t>
            </a:r>
            <a:r>
              <a:rPr lang="en-US" altLang="ko-KR" sz="1000" dirty="0"/>
              <a:t>, </a:t>
            </a:r>
            <a:r>
              <a:rPr lang="ko-KR" altLang="en-US" sz="1000" dirty="0"/>
              <a:t>정상 등록번호</a:t>
            </a:r>
            <a:endParaRPr lang="en-US" altLang="ko-KR" sz="1000" dirty="0"/>
          </a:p>
          <a:p>
            <a:r>
              <a:rPr lang="en-US" altLang="ko-KR" sz="1000" dirty="0"/>
              <a:t>                                     </a:t>
            </a:r>
            <a:r>
              <a:rPr lang="ko-KR" altLang="en-US" sz="1000" dirty="0"/>
              <a:t>검증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대표 연락처 </a:t>
            </a:r>
            <a:r>
              <a:rPr lang="en-US" altLang="ko-KR" sz="1000" dirty="0"/>
              <a:t>: </a:t>
            </a:r>
            <a:r>
              <a:rPr lang="ko-KR" altLang="en-US" sz="1000" dirty="0"/>
              <a:t>대표 직통 번호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대표 이메일 </a:t>
            </a:r>
            <a:r>
              <a:rPr lang="en-US" altLang="ko-KR" sz="1000" dirty="0"/>
              <a:t>: </a:t>
            </a:r>
            <a:r>
              <a:rPr lang="ko-KR" altLang="en-US" sz="1000" dirty="0"/>
              <a:t>세금계산서 발행하는 이메일 주소이며</a:t>
            </a:r>
            <a:endParaRPr lang="en-US" altLang="ko-KR" sz="1000" dirty="0"/>
          </a:p>
          <a:p>
            <a:r>
              <a:rPr lang="en-US" altLang="ko-KR" sz="1000" dirty="0"/>
              <a:t>                              </a:t>
            </a:r>
            <a:r>
              <a:rPr lang="ko-KR" altLang="en-US" sz="1000" dirty="0"/>
              <a:t>회사 인증 수신 이메일 주소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회사 로고 </a:t>
            </a:r>
            <a:r>
              <a:rPr lang="en-US" altLang="ko-KR" sz="1000" dirty="0"/>
              <a:t>: JPG,</a:t>
            </a:r>
            <a:r>
              <a:rPr lang="ko-KR" altLang="en-US" sz="1000" dirty="0"/>
              <a:t> </a:t>
            </a:r>
            <a:r>
              <a:rPr lang="en-US" altLang="ko-KR" sz="1000" dirty="0"/>
              <a:t>PNG</a:t>
            </a:r>
            <a:r>
              <a:rPr lang="ko-KR" altLang="en-US" sz="1000" dirty="0"/>
              <a:t>로 작성된 회사 로고</a:t>
            </a:r>
            <a:r>
              <a:rPr lang="en-US" altLang="ko-KR" sz="1000" dirty="0"/>
              <a:t> </a:t>
            </a:r>
            <a:r>
              <a:rPr lang="ko-KR" altLang="en-US" sz="1000" dirty="0"/>
              <a:t>파일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gongg/AppData/Roaming/PolarisOffice/ETemp/21064_19137848/fImage19704176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227330"/>
            <a:ext cx="7761817" cy="6131737"/>
          </a:xfrm>
          <a:prstGeom prst="rect">
            <a:avLst/>
          </a:prstGeom>
          <a:noFill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FF2E1C2-493B-4E43-8E2B-48D523A6E848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A7183-AC27-45D4-9FA1-1818371A0C02}"/>
              </a:ext>
            </a:extLst>
          </p:cNvPr>
          <p:cNvSpPr txBox="1"/>
          <p:nvPr/>
        </p:nvSpPr>
        <p:spPr>
          <a:xfrm>
            <a:off x="8647923" y="415898"/>
            <a:ext cx="219002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  <a:r>
              <a:rPr lang="ko-KR" altLang="en-US" sz="1000" dirty="0"/>
              <a:t> 회사대표 정보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 대표 정보 입력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회사대표 성명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부서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직책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전화번호 </a:t>
            </a:r>
            <a:r>
              <a:rPr lang="en-US" altLang="ko-KR" sz="1000" dirty="0"/>
              <a:t>: </a:t>
            </a:r>
            <a:r>
              <a:rPr lang="ko-KR" altLang="en-US" sz="1000" dirty="0"/>
              <a:t>대표 직통 전화번호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휴대전화 </a:t>
            </a:r>
            <a:r>
              <a:rPr lang="en-US" altLang="ko-KR" sz="1000" dirty="0"/>
              <a:t>: </a:t>
            </a:r>
            <a:r>
              <a:rPr lang="ko-KR" altLang="en-US" sz="1000" dirty="0"/>
              <a:t>대표 휴대전화 번호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이메일 </a:t>
            </a:r>
            <a:r>
              <a:rPr lang="en-US" altLang="ko-KR" sz="1000" dirty="0"/>
              <a:t>: </a:t>
            </a:r>
            <a:r>
              <a:rPr lang="ko-KR" altLang="en-US" sz="1000" dirty="0"/>
              <a:t>대표 이메일 주소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7A3E9-6B6C-46AC-8FD3-B701AB5F9CE2}"/>
              </a:ext>
            </a:extLst>
          </p:cNvPr>
          <p:cNvSpPr txBox="1"/>
          <p:nvPr/>
        </p:nvSpPr>
        <p:spPr>
          <a:xfrm>
            <a:off x="3636265" y="66094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" descr="C:/Users/gongg/AppData/Roaming/PolarisOffice/ETemp/21064_19137848/fImage18719109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69" y="357294"/>
            <a:ext cx="8162925" cy="5721350"/>
          </a:xfrm>
          <a:prstGeom prst="rect">
            <a:avLst/>
          </a:prstGeom>
          <a:noFill/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880D8E4-C0B0-464A-BA8A-C0B5671B3853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2431E-01FC-411B-B47A-2BEFEFD9980C}"/>
              </a:ext>
            </a:extLst>
          </p:cNvPr>
          <p:cNvSpPr txBox="1"/>
          <p:nvPr/>
        </p:nvSpPr>
        <p:spPr>
          <a:xfrm>
            <a:off x="8647923" y="415898"/>
            <a:ext cx="306526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  <a:r>
              <a:rPr lang="ko-KR" altLang="en-US" sz="1000" dirty="0"/>
              <a:t> 상조 회사 주소 정보 입력</a:t>
            </a:r>
            <a:endParaRPr lang="en-US" altLang="ko-KR" sz="1000" dirty="0"/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사업자 등록증에 기재된 회사 주소를 입력한다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  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우편번호 </a:t>
            </a:r>
            <a:r>
              <a:rPr lang="en-US" altLang="ko-KR" sz="1000" dirty="0"/>
              <a:t>: </a:t>
            </a:r>
            <a:r>
              <a:rPr lang="ko-KR" altLang="en-US" sz="1000" dirty="0"/>
              <a:t>주소 </a:t>
            </a:r>
            <a:r>
              <a:rPr lang="ko-KR" altLang="en-US" sz="1000" dirty="0" err="1"/>
              <a:t>검색후</a:t>
            </a:r>
            <a:r>
              <a:rPr lang="ko-KR" altLang="en-US" sz="1000" dirty="0"/>
              <a:t> 자동 등록된다</a:t>
            </a:r>
            <a:endParaRPr lang="en-US" altLang="ko-KR" sz="1000" dirty="0"/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주소검색</a:t>
            </a:r>
            <a:r>
              <a:rPr lang="en-US" altLang="ko-KR" sz="1000" dirty="0"/>
              <a:t>(</a:t>
            </a:r>
            <a:r>
              <a:rPr lang="ko-KR" altLang="en-US" sz="1000" dirty="0"/>
              <a:t>버튼</a:t>
            </a:r>
            <a:r>
              <a:rPr lang="en-US" altLang="ko-KR" sz="1000" dirty="0"/>
              <a:t>) : </a:t>
            </a:r>
            <a:r>
              <a:rPr lang="ko-KR" altLang="en-US" sz="1000" dirty="0"/>
              <a:t>도로명</a:t>
            </a:r>
            <a:r>
              <a:rPr lang="en-US" altLang="ko-KR" sz="1000" dirty="0"/>
              <a:t>, </a:t>
            </a:r>
            <a:r>
              <a:rPr lang="ko-KR" altLang="en-US" sz="1000" dirty="0"/>
              <a:t>지번으로 주소 검색 </a:t>
            </a:r>
            <a:endParaRPr lang="en-US" altLang="ko-KR" sz="1000" dirty="0"/>
          </a:p>
          <a:p>
            <a:r>
              <a:rPr lang="en-US" altLang="ko-KR" sz="1000" dirty="0"/>
              <a:t>                                   </a:t>
            </a:r>
            <a:r>
              <a:rPr lang="ko-KR" altLang="en-US" sz="1000" dirty="0" err="1"/>
              <a:t>팝업창</a:t>
            </a:r>
            <a:r>
              <a:rPr lang="ko-KR" altLang="en-US" sz="1000" dirty="0"/>
              <a:t> 호출</a:t>
            </a:r>
            <a:endParaRPr lang="en-US" altLang="ko-KR" sz="1000" dirty="0"/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시</a:t>
            </a:r>
            <a:r>
              <a:rPr lang="en-US" altLang="ko-KR" sz="1000" dirty="0"/>
              <a:t>/</a:t>
            </a:r>
            <a:r>
              <a:rPr lang="ko-KR" altLang="en-US" sz="1000" dirty="0"/>
              <a:t>도 </a:t>
            </a:r>
            <a:r>
              <a:rPr lang="en-US" altLang="ko-KR" sz="1000" dirty="0"/>
              <a:t>:  </a:t>
            </a:r>
            <a:r>
              <a:rPr lang="ko-KR" altLang="en-US" sz="1000" dirty="0"/>
              <a:t>주소 </a:t>
            </a:r>
            <a:r>
              <a:rPr lang="ko-KR" altLang="en-US" sz="1000" dirty="0" err="1"/>
              <a:t>검색후</a:t>
            </a:r>
            <a:r>
              <a:rPr lang="ko-KR" altLang="en-US" sz="1000" dirty="0"/>
              <a:t> 자동 등록된다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기본 주소 </a:t>
            </a:r>
            <a:r>
              <a:rPr lang="en-US" altLang="ko-KR" sz="1000" dirty="0"/>
              <a:t>: </a:t>
            </a:r>
            <a:r>
              <a:rPr lang="ko-KR" altLang="en-US" sz="1000" dirty="0"/>
              <a:t>주소 </a:t>
            </a:r>
            <a:r>
              <a:rPr lang="ko-KR" altLang="en-US" sz="1000" dirty="0" err="1"/>
              <a:t>검색후</a:t>
            </a:r>
            <a:r>
              <a:rPr lang="ko-KR" altLang="en-US" sz="1000" dirty="0"/>
              <a:t> 자동 등록된다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상세 주소 </a:t>
            </a:r>
            <a:r>
              <a:rPr lang="en-US" altLang="ko-KR" sz="1000" dirty="0"/>
              <a:t>: </a:t>
            </a:r>
            <a:r>
              <a:rPr lang="ko-KR" altLang="en-US" sz="1000" dirty="0"/>
              <a:t>검색된 </a:t>
            </a:r>
            <a:r>
              <a:rPr lang="ko-KR" altLang="en-US" sz="1000" dirty="0" err="1"/>
              <a:t>주소외</a:t>
            </a:r>
            <a:r>
              <a:rPr lang="ko-KR" altLang="en-US" sz="1000" dirty="0"/>
              <a:t> 상세 주소 입력한다</a:t>
            </a:r>
            <a:r>
              <a:rPr lang="en-US" altLang="ko-KR" sz="1000" dirty="0"/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49EAC-1C47-4B05-977F-BAB72447D464}"/>
              </a:ext>
            </a:extLst>
          </p:cNvPr>
          <p:cNvSpPr txBox="1"/>
          <p:nvPr/>
        </p:nvSpPr>
        <p:spPr>
          <a:xfrm>
            <a:off x="3873333" y="33920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56" descr="C:/Users/gongg/AppData/Roaming/PolarisOffice/ETemp/21064_19137848/fImage26618202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63" y="444288"/>
            <a:ext cx="7993804" cy="6159712"/>
          </a:xfrm>
          <a:prstGeom prst="rect">
            <a:avLst/>
          </a:prstGeom>
          <a:noFill/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EF6C077-9D0F-4CCB-9799-4D04FA0777CA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74483-B993-4263-AE23-DDE9DD455FB9}"/>
              </a:ext>
            </a:extLst>
          </p:cNvPr>
          <p:cNvSpPr txBox="1"/>
          <p:nvPr/>
        </p:nvSpPr>
        <p:spPr>
          <a:xfrm>
            <a:off x="8647923" y="415898"/>
            <a:ext cx="2823209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 </a:t>
            </a:r>
            <a:r>
              <a:rPr lang="ko-KR" altLang="en-US" sz="1000" dirty="0"/>
              <a:t>광고 정보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회사를 알릴 수 있는 장점의 글을 입력한다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</a:t>
            </a:r>
            <a:r>
              <a:rPr lang="ko-KR" altLang="en-US" sz="1000" dirty="0"/>
              <a:t> 파트너 입점 계약서 및 약관 동의</a:t>
            </a:r>
            <a:endParaRPr lang="en-US" altLang="ko-KR" sz="1000" dirty="0"/>
          </a:p>
          <a:p>
            <a:r>
              <a:rPr lang="en-US" altLang="ko-KR" sz="1000" dirty="0"/>
              <a:t>     </a:t>
            </a:r>
          </a:p>
          <a:p>
            <a:r>
              <a:rPr lang="en-US" altLang="ko-KR" sz="1000" dirty="0"/>
              <a:t>      [</a:t>
            </a:r>
            <a:r>
              <a:rPr lang="ko-KR" altLang="en-US" sz="1000" dirty="0"/>
              <a:t>필수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상조회사 파트너 입점 계약서 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공간다원 통합 이용약관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공간다원 개인정보 처리 방침</a:t>
            </a:r>
            <a:endParaRPr lang="en-US" altLang="ko-KR" sz="1000" dirty="0"/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공간다원 위치정보 이용 약관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    [</a:t>
            </a:r>
            <a:r>
              <a:rPr lang="ko-KR" altLang="en-US" sz="1000" dirty="0"/>
              <a:t>선택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      - </a:t>
            </a:r>
            <a:r>
              <a:rPr lang="ko-KR" altLang="en-US" sz="1000" dirty="0"/>
              <a:t>마케팅 정보 수신 동의서</a:t>
            </a:r>
            <a:endParaRPr lang="en-US" altLang="ko-KR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8671E-4CEE-42A8-9C7F-C64BF6DED414}"/>
              </a:ext>
            </a:extLst>
          </p:cNvPr>
          <p:cNvSpPr txBox="1"/>
          <p:nvPr/>
        </p:nvSpPr>
        <p:spPr>
          <a:xfrm>
            <a:off x="3814067" y="75408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02BC6-2EE1-4D2E-B123-73F72DCAECBE}"/>
              </a:ext>
            </a:extLst>
          </p:cNvPr>
          <p:cNvSpPr txBox="1"/>
          <p:nvPr/>
        </p:nvSpPr>
        <p:spPr>
          <a:xfrm>
            <a:off x="3454068" y="2621877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</TotalTime>
  <Pages>4</Pages>
  <Words>254</Words>
  <Characters>0</Characters>
  <Application>Microsoft Office PowerPoint</Application>
  <DocSecurity>0</DocSecurity>
  <PresentationFormat>와이드스크린</PresentationFormat>
  <Lines>0</Lines>
  <Paragraphs>52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Century Gothic</vt:lpstr>
      <vt:lpstr>Wingdings 3</vt:lpstr>
      <vt:lpstr>줄기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chunggiwa</dc:creator>
  <cp:lastModifiedBy>ChoongHoon Kim</cp:lastModifiedBy>
  <cp:revision>4</cp:revision>
  <dcterms:modified xsi:type="dcterms:W3CDTF">2026-02-17T12:08:05Z</dcterms:modified>
  <cp:version>10.105.293.56114</cp:version>
</cp:coreProperties>
</file>