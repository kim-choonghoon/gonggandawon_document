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71734-F812-4CD5-A7EE-314A8B074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1DF7D7-C88D-44B8-8FEE-5EE8D5578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D2C38-8400-46B0-9791-7F1DE18B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CE64B-2FF2-437B-9F65-516A533A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7FCD4-0016-476E-AB20-9373F089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26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710D-448B-48F5-8A3F-AB4DE5F30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9C7E1-F3D7-4694-8698-E7B0E45BC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61936-21FC-4C93-8035-3C502CE6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13F91-55CB-4BD3-9E15-4BDE8F2C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61B99-3243-4CA9-B9CB-F71161E3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50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19BAC-9D4F-463E-A315-3C6C32EF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156FD-489B-4BAA-BF1F-7C50B7888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19EDD-5F29-4461-92A6-733E3D18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40C19-91D5-4908-A635-4607810B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AB9BF-A8BF-42BB-8082-2AA36E0B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4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0A1EC-7BCD-44A9-8AA1-57827221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3B221-9E13-4802-BDDD-D3896D9E4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7C69-6F07-4B53-BD30-442B3D545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263A5D-273C-4F58-962B-CED31541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F5A6C3-262A-4DE6-811A-D50FCB94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6DB4E1-4FCD-4CD6-84A2-C519E4CA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95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3716-A390-4BB5-AAAE-A812D1FD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AB60E4-6568-49D1-9AEA-6313201D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5BED8-0FE6-4F37-B39C-F1D687475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5D7840-CF3F-46EE-A338-9143456B6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73229C-FDBC-42EB-8DFF-4982C0254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CCCB30-7E9D-4D60-BE9D-03CFFC80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DBDC49-82DB-46B4-9A4C-033D087F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18C282-9AE1-4924-ABD9-A7BEB24E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2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FCFE5-765B-427C-8558-A6357E26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FAA01B-E1E3-439B-8D28-725181A3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FF4EC7-CD05-4444-80AD-1B86B83C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6EE7FF-F98A-4F26-9DD6-2E0B3C56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3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6B0527-3077-4C6E-AD04-C900639C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19DEF8-9940-440D-BF10-88D8B913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25A3A-471E-4346-9265-D0FC91AB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79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FAAAD-2C6F-4AF6-A9AA-C1182647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E65B5-D164-47A0-B588-6E364C29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36BDD3-E7C8-4075-A82D-B2A36CB8E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9F66B7-BE77-4EDA-916F-F7299608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14424D-3099-4B23-9D38-90CFDFBC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27D7A9-02B7-4598-ABD1-18C50614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17303-16CD-4898-A750-27CABE57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2D2AD6-A029-4E63-9B71-07E1A2CF9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13780D-D083-4744-A32B-EE17B4015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678BA9-58F3-4435-88A2-8B60DB78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3AEC8E-BF35-4888-AEFA-CECF65C5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F43AA-0B32-4B46-A1A9-8FFD7B58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2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FC3D0-3FD7-4425-B25F-255CEA3C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437C9F-4B81-43D7-AAD5-843CBC427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EF9542-2D19-44E2-AA84-25A1A8ED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C8CBB-AAAA-4598-9DAA-617F6657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7572C2-F996-4014-B3B7-9E8BA617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9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D1DD78-C42C-4B42-988C-2F2E5EC04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8732-780E-4FFA-9722-7A290DA2E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621B3-1705-4FB1-8526-DF78C946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7D799-FC06-4DDD-A726-F30B867A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E9DEF1-8028-4790-8E9C-660070ED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5F4FEF-7645-481E-A0A0-22482271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AF3AD-9948-485B-B704-3FF62C85D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9FB84-D402-4865-A57E-57101D5FD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AED6D-BF2F-4356-BB30-45CDC828B52A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23FFB8-8501-4E58-AEB7-484BEBC8A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1D6A2-36B5-4391-90DE-24C593AEF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E4AFD-392D-4FBC-BCEE-E79428612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8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528A3AA-3AD5-4A49-9CA2-275C43818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981" y="1903841"/>
            <a:ext cx="3335867" cy="243428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B2E222B-E4D2-4103-8371-547BBAED3692}"/>
              </a:ext>
            </a:extLst>
          </p:cNvPr>
          <p:cNvGrpSpPr/>
          <p:nvPr/>
        </p:nvGrpSpPr>
        <p:grpSpPr>
          <a:xfrm>
            <a:off x="387386" y="438667"/>
            <a:ext cx="5708614" cy="5124100"/>
            <a:chOff x="265806" y="421733"/>
            <a:chExt cx="5708614" cy="51241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FE8635-E8D2-4A56-AD22-CBF0121D4E66}"/>
                </a:ext>
              </a:extLst>
            </p:cNvPr>
            <p:cNvSpPr txBox="1"/>
            <p:nvPr/>
          </p:nvSpPr>
          <p:spPr>
            <a:xfrm>
              <a:off x="265806" y="421733"/>
              <a:ext cx="5708614" cy="5109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latin typeface="나눔 명조"/>
                  <a:ea typeface="HY신명조" panose="02030600000101010101" pitchFamily="18" charset="-127"/>
                </a:rPr>
                <a:t>유가족의 간절한 진심</a:t>
              </a:r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, </a:t>
              </a:r>
            </a:p>
            <a:p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            </a:t>
              </a:r>
              <a:r>
                <a:rPr lang="ko-KR" altLang="en-US" b="1" dirty="0">
                  <a:latin typeface="나눔 명조"/>
                  <a:ea typeface="HY신명조" panose="02030600000101010101" pitchFamily="18" charset="-127"/>
                </a:rPr>
                <a:t>정직한 상조의 손길로 잇다</a:t>
              </a:r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.</a:t>
              </a: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r>
                <a:rPr lang="ko-KR" altLang="en-US" b="1" dirty="0">
                  <a:latin typeface="나눔 명조"/>
                  <a:ea typeface="HY신명조" panose="02030600000101010101" pitchFamily="18" charset="-127"/>
                </a:rPr>
                <a:t>엄선된 전문가와 유가족을 가장 투명하게 연결하는 곳</a:t>
              </a:r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.</a:t>
              </a: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r>
                <a:rPr lang="ko-KR" altLang="en-US" b="1" dirty="0">
                  <a:latin typeface="나눔 명조"/>
                  <a:ea typeface="HY신명조" panose="02030600000101010101" pitchFamily="18" charset="-127"/>
                </a:rPr>
                <a:t>마음을 다하는 배웅의 시작</a:t>
              </a:r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, “</a:t>
              </a:r>
              <a:r>
                <a:rPr lang="ko-KR" altLang="en-US" b="1" dirty="0" err="1">
                  <a:latin typeface="나눔 명조"/>
                  <a:ea typeface="HY신명조" panose="02030600000101010101" pitchFamily="18" charset="-127"/>
                </a:rPr>
                <a:t>하늘꽃송이</a:t>
              </a:r>
              <a:r>
                <a:rPr lang="en-US" altLang="ko-KR" b="1" dirty="0">
                  <a:latin typeface="나눔 명조"/>
                  <a:ea typeface="HY신명조" panose="02030600000101010101" pitchFamily="18" charset="-127"/>
                </a:rPr>
                <a:t>”</a:t>
              </a: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가족을 잃은 슬픔을 감히 대신할 순 없지만, 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그 막막한 여정을 외롭지 않게 함께 할 수는 있습니다. 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b="1" dirty="0" err="1"/>
                <a:t>하늘꽃송이</a:t>
              </a:r>
              <a:r>
                <a:rPr lang="ko-KR" altLang="ko-KR" sz="1000" dirty="0" err="1"/>
                <a:t>는</a:t>
              </a:r>
              <a:r>
                <a:rPr lang="ko-KR" altLang="ko-KR" sz="1000" dirty="0"/>
                <a:t> 단순히 업체를 연결하는 것을 넘어, 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유가족의 절실한 마음과 상조회사의 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정직한 진심이 만나는 소중한 가교가 되고자 합니다.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ko-KR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검증된 전문가들이 마지막 인사의 순간까지 예와 정성을 다할 수 있도록, 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dirty="0"/>
                <a:t>우리는 유가족의 곁에서 가장 투명하고 든든한 행동으로 보답하겠습니다.</a:t>
              </a:r>
              <a:endParaRPr lang="en-US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ko-KR" altLang="ko-KR" sz="1000" dirty="0"/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b="1" dirty="0"/>
                <a:t>"고인께서 가시는 마지막 길, 그 고귀한 시간을 위해 진심을 다해 잇겠습니다."</a:t>
              </a:r>
              <a:endParaRPr lang="ko-KR" altLang="ko-KR" sz="1000" dirty="0"/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endParaRPr lang="en-US" altLang="ko-KR" b="1" dirty="0">
                <a:latin typeface="나눔 명조"/>
                <a:ea typeface="HY신명조" panose="02030600000101010101" pitchFamily="18" charset="-127"/>
              </a:endParaRPr>
            </a:p>
            <a:p>
              <a:endParaRPr lang="ko-KR" altLang="en-US" b="1" dirty="0">
                <a:latin typeface="나눔 명조"/>
                <a:ea typeface="HY신명조" panose="02030600000101010101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912790D-B320-4285-80F4-D70D72460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267" y="4772212"/>
              <a:ext cx="1972734" cy="773621"/>
            </a:xfrm>
            <a:prstGeom prst="rect">
              <a:avLst/>
            </a:prstGeom>
          </p:spPr>
        </p:pic>
      </p:grp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FC2D61D6-FC79-4E31-B37E-5BCE69435605}"/>
              </a:ext>
            </a:extLst>
          </p:cNvPr>
          <p:cNvSpPr/>
          <p:nvPr/>
        </p:nvSpPr>
        <p:spPr>
          <a:xfrm>
            <a:off x="7205133" y="635000"/>
            <a:ext cx="1845734" cy="1659467"/>
          </a:xfrm>
          <a:prstGeom prst="wedgeRectCallout">
            <a:avLst>
              <a:gd name="adj1" fmla="val -125879"/>
              <a:gd name="adj2" fmla="val -25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HY</a:t>
            </a:r>
            <a:r>
              <a:rPr lang="ko-KR" altLang="en-US" dirty="0" err="1"/>
              <a:t>신명조</a:t>
            </a:r>
            <a:endParaRPr lang="ko-KR" altLang="en-US" dirty="0"/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1FC1C7FB-5EF8-4E00-8678-5CB1BC29D258}"/>
              </a:ext>
            </a:extLst>
          </p:cNvPr>
          <p:cNvSpPr/>
          <p:nvPr/>
        </p:nvSpPr>
        <p:spPr>
          <a:xfrm>
            <a:off x="7205133" y="2904067"/>
            <a:ext cx="1845734" cy="1659467"/>
          </a:xfrm>
          <a:prstGeom prst="wedgeRectCallout">
            <a:avLst>
              <a:gd name="adj1" fmla="val -125879"/>
              <a:gd name="adj2" fmla="val -25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맑은 고딕 </a:t>
            </a:r>
            <a:r>
              <a:rPr lang="en-US" altLang="ko-KR" dirty="0"/>
              <a:t>(</a:t>
            </a:r>
            <a:r>
              <a:rPr lang="ko-KR" altLang="en-US" dirty="0"/>
              <a:t>본문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5640FBD-0FB4-45B5-A394-B52C7B1B8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083" y="6161286"/>
            <a:ext cx="1141050" cy="37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104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 명조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ChoongHoon Kim</dc:creator>
  <cp:lastModifiedBy>ChoongHoon Kim</cp:lastModifiedBy>
  <cp:revision>3</cp:revision>
  <dcterms:created xsi:type="dcterms:W3CDTF">2026-02-18T13:26:26Z</dcterms:created>
  <dcterms:modified xsi:type="dcterms:W3CDTF">2026-02-18T15:03:08Z</dcterms:modified>
</cp:coreProperties>
</file>