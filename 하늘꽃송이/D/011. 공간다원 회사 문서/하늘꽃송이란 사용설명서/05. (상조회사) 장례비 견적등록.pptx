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EEFDD-A227-4E06-9A78-231C5709A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ECF2EE-E84C-495E-BC81-AC1045860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96CC5-F84B-4592-AB97-5643B18F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5E834F-6012-4A8D-98DB-863AB908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34F54-782A-4BAE-9763-54CB8A32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19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74763-2FAA-4CA7-89BC-B0E21803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25DCB7-819F-48EA-959B-8BF11CCFD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22706D-1063-4883-8863-1C22014F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8B3A9-B58E-40C5-8EB6-6F2F2576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BCE5B-C097-47CE-ABD6-246E8B54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49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D9292-CD93-4DB1-831E-DC5252B9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4ADE69-5056-4CF5-AB2F-F79147202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F0991D-3273-4839-817B-3AC69AF9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04BF24-DDF5-4A61-ACCD-0D2DEFD7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523AAC-8988-4082-BA19-BC467E22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D04B0-4BBF-467A-9203-336DE978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D80EF-74B1-4112-9775-17989EF87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6C6543-4BA5-40E6-8268-FD06ED220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E553D-C324-4AF7-B83E-863B7DCA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1C4AB6-8DE6-4F73-B1B2-C92A1214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9B0BC-9BF8-4057-B453-D8DAA02C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1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F463E-4611-4D52-B182-F07F25EA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2BE765-B7D8-486E-B436-78CE0DB82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5B19B1-11B5-4DA7-A883-0C121FF05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40ADE1-4706-4297-9DFA-C7E70CECA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C51AC3-F0E1-4583-B993-89D7D1865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49FA84-5FAA-4C79-8F4E-BB7DDB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FA7B35-AE5E-4E45-937A-7FA2BD06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22699F-94C6-410A-AFB8-D3B251C2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49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416E7-C6F7-420A-97E9-1208D4D9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6D3E73-703A-4FDF-95D1-42D92A49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7F2DE8-9545-4EB4-84BB-5EEF11B2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BB4517-9F18-46BB-B652-028F1621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42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576AA8-9934-4A0B-AE65-E1286861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A2AD6C-2A8E-455E-98D5-2F4BC112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83E0F-AE68-4E54-B4BC-5E056452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27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F028-1E28-4879-9228-C0B2CE88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10094B-81E3-4BEA-B6E7-A665FA3E4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FA128-7D9B-44F2-B10D-D2E67F6D4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26090F-D15C-4F4D-9901-9CAEBFB6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24BE44-0409-49D0-85B5-B6AA74B9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7A6BE-20F2-4CC9-92B6-98A56D4C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33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60EAA-2215-44EE-975A-F421D80F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D3E4302-8B47-4FA1-BD08-32DC733E6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ADE637-B9C5-4AFE-A313-C928616B7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21F9A4-C886-420F-95B6-0E361E09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C063D7-7CA2-451B-9537-CD36EA00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2D7B1A-9EB4-4641-9DD6-05D8C00B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65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94D2A-817C-4DBC-A0E6-324B52FC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342EF7-BC8E-4BDD-AEDD-9E50325DE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E3842-FB7D-411C-BBD1-A80A4B63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38A58-D94B-4468-A1D7-28283083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88D32A-B9EB-4D5F-BD65-2089F9C0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03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47D4FA-7BF0-4048-880C-F1F92B326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EDEC47-F717-40CF-BEAF-52519286E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73EDD-781A-4F67-B5FE-140D182D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96727-F1C8-405C-AE22-A4C323B3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53F8F9-D40B-4513-81EB-C3335068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06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CB59F6-9593-49BC-8573-DBA822E2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D31288-51BF-436F-A6A3-9A4B7D293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D862A-B9B4-494E-BACB-7DA4CD28A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8F42E-16A6-4918-8AAB-BDD83BA9AEB8}" type="datetimeFigureOut">
              <a:rPr lang="ko-KR" altLang="en-US" smtClean="0"/>
              <a:t>2026-02-16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3B70C4-DBBE-4B20-A987-61CE2A7E0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ADF20C-4D64-4DF8-8DC4-A94877B28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E6472-4AA0-47F8-B4A5-9CC692A9B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6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48FD1C2-A940-46F2-997D-89619D39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9" y="793274"/>
            <a:ext cx="10713562" cy="527145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40C7DC8-F701-4E74-8E18-B2CBCA83D80D}"/>
              </a:ext>
            </a:extLst>
          </p:cNvPr>
          <p:cNvSpPr/>
          <p:nvPr/>
        </p:nvSpPr>
        <p:spPr>
          <a:xfrm>
            <a:off x="802433" y="1091682"/>
            <a:ext cx="2873828" cy="151155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7668F2-6715-4B34-B728-05B09B1E28E1}"/>
              </a:ext>
            </a:extLst>
          </p:cNvPr>
          <p:cNvSpPr/>
          <p:nvPr/>
        </p:nvSpPr>
        <p:spPr>
          <a:xfrm>
            <a:off x="3676261" y="4360507"/>
            <a:ext cx="7679094" cy="64070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0A92702E-BB2B-4DC7-BFB0-EA0EA8E70E21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1918996" y="2923592"/>
            <a:ext cx="2077617" cy="1436914"/>
          </a:xfrm>
          <a:prstGeom prst="bent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3F455FE7-B04D-442D-BBA8-6204BBFCACA0}"/>
              </a:ext>
            </a:extLst>
          </p:cNvPr>
          <p:cNvSpPr/>
          <p:nvPr/>
        </p:nvSpPr>
        <p:spPr>
          <a:xfrm>
            <a:off x="4450701" y="2593912"/>
            <a:ext cx="3312368" cy="640702"/>
          </a:xfrm>
          <a:prstGeom prst="wedgeRectCallout">
            <a:avLst>
              <a:gd name="adj1" fmla="val -72906"/>
              <a:gd name="adj2" fmla="val -93506"/>
            </a:avLst>
          </a:prstGeom>
          <a:solidFill>
            <a:schemeClr val="accent1">
              <a:alpha val="83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유가족이 요청한 장례비용에 대해</a:t>
            </a:r>
            <a:endParaRPr lang="en-US" altLang="ko-KR" sz="1200" dirty="0"/>
          </a:p>
          <a:p>
            <a:r>
              <a:rPr lang="ko-KR" altLang="en-US" sz="1200" dirty="0"/>
              <a:t>상조회사의 상품 </a:t>
            </a:r>
            <a:r>
              <a:rPr lang="en-US" altLang="ko-KR" sz="1200" dirty="0"/>
              <a:t>4</a:t>
            </a:r>
            <a:r>
              <a:rPr lang="ko-KR" altLang="en-US" sz="1200" dirty="0"/>
              <a:t>개를 제시 등록할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707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ChoongHoon Kim</dc:creator>
  <cp:lastModifiedBy>ChoongHoon Kim</cp:lastModifiedBy>
  <cp:revision>1</cp:revision>
  <dcterms:created xsi:type="dcterms:W3CDTF">2026-02-16T02:28:52Z</dcterms:created>
  <dcterms:modified xsi:type="dcterms:W3CDTF">2026-02-16T02:57:01Z</dcterms:modified>
</cp:coreProperties>
</file>