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65B6F6-F707-467D-BCA2-21609519E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3BD8CE0-DFF8-491A-956D-FC3E17E38E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716FF9-535A-4DA1-A7F0-D0109515E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0C15-E045-49C8-928B-C83FBD1B1C44}" type="datetimeFigureOut">
              <a:rPr lang="ko-KR" altLang="en-US" smtClean="0"/>
              <a:t>2026-02-15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35E500-4EEC-4DB5-A615-7A7022C63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7AA91F-72BE-4CF3-8637-09E67F232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48FEA-8262-46D4-AC54-99FB6788E0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2145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016B9F-ABA7-4E25-B882-27310AB3C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95143E-32BC-4E63-9A11-2E3EB922D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B9E1C8-A5CD-440F-8134-4BB0A6564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0C15-E045-49C8-928B-C83FBD1B1C44}" type="datetimeFigureOut">
              <a:rPr lang="ko-KR" altLang="en-US" smtClean="0"/>
              <a:t>2026-02-15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F3B0F2-E8FE-49D2-B07F-178915CFD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0FF5F9-2EDE-45A6-92B7-74A85AF19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48FEA-8262-46D4-AC54-99FB6788E0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987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D09FE0-5EE0-4F29-9941-6DE7F7FB1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2206A1-5528-471B-8DB9-1B5EA742E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84BEC2-97AF-40E2-BEAF-47BD2DEE3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0C15-E045-49C8-928B-C83FBD1B1C44}" type="datetimeFigureOut">
              <a:rPr lang="ko-KR" altLang="en-US" smtClean="0"/>
              <a:t>2026-02-15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86377F-E455-478D-AD44-2B68DE524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F416FB-4A94-4227-A330-A429527FB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48FEA-8262-46D4-AC54-99FB6788E0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1128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176105-2A7C-4257-BC6A-B3056367A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05339B-43AF-47E5-83E2-3960BB92DC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2EA92D-BA9B-47FC-987F-88906BD3CB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03608C-A446-45DF-8BA7-7065F58A2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0C15-E045-49C8-928B-C83FBD1B1C44}" type="datetimeFigureOut">
              <a:rPr lang="ko-KR" altLang="en-US" smtClean="0"/>
              <a:t>2026-02-15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C4C606-7674-44EB-BF9B-805B7FC62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8C4F83-A899-4E49-BEB6-02C6E345A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48FEA-8262-46D4-AC54-99FB6788E0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63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2BDF6E-0E1F-4CA1-BE96-2F76F274E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EF5680-D829-46FB-9300-7439FC57D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729799-3F02-4B0F-A6CB-89DE72C08C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970B4E7-1F6D-4B50-BC3D-4DD8BC6755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59DE1EB-2B6A-4A82-BF86-9E41718EE6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302816B-A6CE-431A-8FE9-1CD40D3E0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0C15-E045-49C8-928B-C83FBD1B1C44}" type="datetimeFigureOut">
              <a:rPr lang="ko-KR" altLang="en-US" smtClean="0"/>
              <a:t>2026-02-15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9B0C361-09B7-45F5-800E-62DF719AF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90AA11D-BE70-4E06-B675-FB933D51E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48FEA-8262-46D4-AC54-99FB6788E0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0868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9D0C2D-7BE0-422B-9511-636DCB526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7D819C5-3F76-4BFB-A604-DD1B30B21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0C15-E045-49C8-928B-C83FBD1B1C44}" type="datetimeFigureOut">
              <a:rPr lang="ko-KR" altLang="en-US" smtClean="0"/>
              <a:t>2026-02-15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4479563-6FA4-429A-9C63-F5E46E2D5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69C8064-0F79-4335-AB62-EAC0F27D6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48FEA-8262-46D4-AC54-99FB6788E0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656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95503E9-FA5B-47AA-AD6C-A8E71A04A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0C15-E045-49C8-928B-C83FBD1B1C44}" type="datetimeFigureOut">
              <a:rPr lang="ko-KR" altLang="en-US" smtClean="0"/>
              <a:t>2026-02-15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1BFDFA-DCB8-4653-BFB7-400FFAA2B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F4F297-E8E3-4AB5-95F9-97FBB19E5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48FEA-8262-46D4-AC54-99FB6788E0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6834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CECD39-8293-4354-966B-183BEC2B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C7D72F-AD43-432E-8B7E-9F6226066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27037B-8E2E-43F5-A968-A13490EA4D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FFBE91-460A-45E0-B74E-2F0E5706B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0C15-E045-49C8-928B-C83FBD1B1C44}" type="datetimeFigureOut">
              <a:rPr lang="ko-KR" altLang="en-US" smtClean="0"/>
              <a:t>2026-02-15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11E454-103D-4A12-BECD-1D9B46F09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50B2EC-A3D8-40CA-A2BC-6A211C58F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48FEA-8262-46D4-AC54-99FB6788E0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1054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89C047-9308-4043-BED0-9607C2096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17C8740-28BC-42C2-8FB5-7ED1F8A635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DDC183A-3CC5-4E06-AA76-4A9AA8AA75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F5128B-9EC0-412D-B7D0-64EA73367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0C15-E045-49C8-928B-C83FBD1B1C44}" type="datetimeFigureOut">
              <a:rPr lang="ko-KR" altLang="en-US" smtClean="0"/>
              <a:t>2026-02-15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24CB5EF-62CB-467E-A2B1-20218D040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822F8D-C093-424F-8704-8E3AAE13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48FEA-8262-46D4-AC54-99FB6788E0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4990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6B33A6-B401-463D-9FE0-4520A55D9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E210CA-3D91-4CAF-93CD-FADA9E7E6E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362434-B286-417F-B707-1BF88A994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0C15-E045-49C8-928B-C83FBD1B1C44}" type="datetimeFigureOut">
              <a:rPr lang="ko-KR" altLang="en-US" smtClean="0"/>
              <a:t>2026-02-15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525D35-D31E-475C-91F8-3BFE55AA3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047D33-B5B6-4A7B-8A90-16102871C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48FEA-8262-46D4-AC54-99FB6788E0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477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A7EE320-28F6-4854-BA74-EF21E544B1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7AAC20-AFEF-42BD-9DC0-D91D6D2E4F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0CADEB-CE97-4B4A-ABD0-0733F7D0B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0C15-E045-49C8-928B-C83FBD1B1C44}" type="datetimeFigureOut">
              <a:rPr lang="ko-KR" altLang="en-US" smtClean="0"/>
              <a:t>2026-02-15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22F0C9-B8F8-4398-9483-131E7C196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C2D951-A53E-4E7C-9052-D00034729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48FEA-8262-46D4-AC54-99FB6788E0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501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9ACE898-2659-46C8-8E80-D8A122B0C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75A692-4A73-4915-AC21-41088682D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CA002F-C6CD-4504-9274-88D76B2048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B80C15-E045-49C8-928B-C83FBD1B1C44}" type="datetimeFigureOut">
              <a:rPr lang="ko-KR" altLang="en-US" smtClean="0"/>
              <a:t>2026-02-15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D7B302-D47E-455B-A4F8-D2474B431B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01FEC-B3B8-4BDC-BF50-20C1DDEDD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048FEA-8262-46D4-AC54-99FB6788E0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6547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083713F5-D51D-477B-8981-FEEE083C4E53}"/>
              </a:ext>
            </a:extLst>
          </p:cNvPr>
          <p:cNvGrpSpPr/>
          <p:nvPr/>
        </p:nvGrpSpPr>
        <p:grpSpPr>
          <a:xfrm>
            <a:off x="2027853" y="1034861"/>
            <a:ext cx="8136294" cy="4490034"/>
            <a:chOff x="2425959" y="1025530"/>
            <a:chExt cx="8136294" cy="449003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72BFEBAB-E83E-4994-A464-83AA740A7D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25959" y="1025530"/>
              <a:ext cx="8136294" cy="4490034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320AADF9-8909-4ACB-B01F-810A12635BA8}"/>
                </a:ext>
              </a:extLst>
            </p:cNvPr>
            <p:cNvSpPr/>
            <p:nvPr/>
          </p:nvSpPr>
          <p:spPr>
            <a:xfrm>
              <a:off x="6494106" y="1025530"/>
              <a:ext cx="4068147" cy="252943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ADBDADD-EC82-4D29-ADF4-09F2AE312981}"/>
                </a:ext>
              </a:extLst>
            </p:cNvPr>
            <p:cNvSpPr/>
            <p:nvPr/>
          </p:nvSpPr>
          <p:spPr>
            <a:xfrm>
              <a:off x="2425960" y="1025530"/>
              <a:ext cx="3993502" cy="2529433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말풍선: 사각형 6">
              <a:extLst>
                <a:ext uri="{FF2B5EF4-FFF2-40B4-BE49-F238E27FC236}">
                  <a16:creationId xmlns:a16="http://schemas.microsoft.com/office/drawing/2014/main" id="{2B7E4976-2705-4A43-9D9F-49CCA635739D}"/>
                </a:ext>
              </a:extLst>
            </p:cNvPr>
            <p:cNvSpPr/>
            <p:nvPr/>
          </p:nvSpPr>
          <p:spPr>
            <a:xfrm>
              <a:off x="7492482" y="3685592"/>
              <a:ext cx="2435289" cy="979714"/>
            </a:xfrm>
            <a:prstGeom prst="wedgeRectCallout">
              <a:avLst>
                <a:gd name="adj1" fmla="val -21216"/>
                <a:gd name="adj2" fmla="val -62262"/>
              </a:avLst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200" b="1" dirty="0">
                  <a:solidFill>
                    <a:schemeClr val="tx1"/>
                  </a:solidFill>
                </a:rPr>
                <a:t>서비스 지역을 선택</a:t>
              </a:r>
              <a:endParaRPr lang="en-US" altLang="ko-KR" sz="1200" b="1" dirty="0">
                <a:solidFill>
                  <a:schemeClr val="tx1"/>
                </a:solidFill>
              </a:endParaRPr>
            </a:p>
            <a:p>
              <a:r>
                <a:rPr lang="ko-KR" altLang="en-US" sz="1200" b="1" dirty="0">
                  <a:solidFill>
                    <a:schemeClr val="tx1"/>
                  </a:solidFill>
                </a:rPr>
                <a:t>선택된 지역이 지도에 자동 표시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0515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ChoongHoon Kim</dc:creator>
  <cp:lastModifiedBy>ChoongHoon Kim</cp:lastModifiedBy>
  <cp:revision>1</cp:revision>
  <dcterms:created xsi:type="dcterms:W3CDTF">2026-02-15T13:17:44Z</dcterms:created>
  <dcterms:modified xsi:type="dcterms:W3CDTF">2026-02-15T13:23:58Z</dcterms:modified>
</cp:coreProperties>
</file>